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9AB66"/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58" y="-2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855A0-AE23-4034-B6C3-53D0F615AA83}" type="datetimeFigureOut">
              <a:rPr lang="en-AU" smtClean="0"/>
              <a:t>4/08/2026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97AAA-9238-4020-AD5F-9ED027A732D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283374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855A0-AE23-4034-B6C3-53D0F615AA83}" type="datetimeFigureOut">
              <a:rPr lang="en-AU" smtClean="0"/>
              <a:t>4/08/2026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97AAA-9238-4020-AD5F-9ED027A732D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235390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855A0-AE23-4034-B6C3-53D0F615AA83}" type="datetimeFigureOut">
              <a:rPr lang="en-AU" smtClean="0"/>
              <a:t>4/08/2026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97AAA-9238-4020-AD5F-9ED027A732D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217336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855A0-AE23-4034-B6C3-53D0F615AA83}" type="datetimeFigureOut">
              <a:rPr lang="en-AU" smtClean="0"/>
              <a:t>4/08/2026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97AAA-9238-4020-AD5F-9ED027A732D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167606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855A0-AE23-4034-B6C3-53D0F615AA83}" type="datetimeFigureOut">
              <a:rPr lang="en-AU" smtClean="0"/>
              <a:t>4/08/2026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97AAA-9238-4020-AD5F-9ED027A732D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397735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855A0-AE23-4034-B6C3-53D0F615AA83}" type="datetimeFigureOut">
              <a:rPr lang="en-AU" smtClean="0"/>
              <a:t>4/08/2026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97AAA-9238-4020-AD5F-9ED027A732D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270010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855A0-AE23-4034-B6C3-53D0F615AA83}" type="datetimeFigureOut">
              <a:rPr lang="en-AU" smtClean="0"/>
              <a:t>4/08/2026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97AAA-9238-4020-AD5F-9ED027A732D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455772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855A0-AE23-4034-B6C3-53D0F615AA83}" type="datetimeFigureOut">
              <a:rPr lang="en-AU" smtClean="0"/>
              <a:t>4/08/2026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97AAA-9238-4020-AD5F-9ED027A732D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136664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855A0-AE23-4034-B6C3-53D0F615AA83}" type="datetimeFigureOut">
              <a:rPr lang="en-AU" smtClean="0"/>
              <a:t>4/08/2026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97AAA-9238-4020-AD5F-9ED027A732D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614314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855A0-AE23-4034-B6C3-53D0F615AA83}" type="datetimeFigureOut">
              <a:rPr lang="en-AU" smtClean="0"/>
              <a:t>4/08/2026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97AAA-9238-4020-AD5F-9ED027A732D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079301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855A0-AE23-4034-B6C3-53D0F615AA83}" type="datetimeFigureOut">
              <a:rPr lang="en-AU" smtClean="0"/>
              <a:t>4/08/2026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97AAA-9238-4020-AD5F-9ED027A732DA}" type="slidenum">
              <a:rPr lang="en-AU" smtClean="0"/>
              <a:t>‹#›</a:t>
            </a:fld>
            <a:endParaRPr lang="en-AU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452831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855A0-AE23-4034-B6C3-53D0F615AA83}" type="datetimeFigureOut">
              <a:rPr lang="en-AU" smtClean="0"/>
              <a:t>4/08/2026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97AAA-9238-4020-AD5F-9ED027A732D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676437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855A0-AE23-4034-B6C3-53D0F615AA83}" type="datetimeFigureOut">
              <a:rPr lang="en-AU" smtClean="0"/>
              <a:t>4/08/2026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97AAA-9238-4020-AD5F-9ED027A732DA}" type="slidenum">
              <a:rPr lang="en-AU" smtClean="0"/>
              <a:t>‹#›</a:t>
            </a:fld>
            <a:endParaRPr lang="en-AU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464047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855A0-AE23-4034-B6C3-53D0F615AA83}" type="datetimeFigureOut">
              <a:rPr lang="en-AU" smtClean="0"/>
              <a:t>4/08/2026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97AAA-9238-4020-AD5F-9ED027A732D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197386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855A0-AE23-4034-B6C3-53D0F615AA83}" type="datetimeFigureOut">
              <a:rPr lang="en-AU" smtClean="0"/>
              <a:t>4/08/2026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97AAA-9238-4020-AD5F-9ED027A732D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611442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855A0-AE23-4034-B6C3-53D0F615AA83}" type="datetimeFigureOut">
              <a:rPr lang="en-AU" smtClean="0"/>
              <a:t>4/08/2026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97AAA-9238-4020-AD5F-9ED027A732D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820383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F855A0-AE23-4034-B6C3-53D0F615AA83}" type="datetimeFigureOut">
              <a:rPr lang="en-AU" smtClean="0"/>
              <a:t>4/08/2026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77E97AAA-9238-4020-AD5F-9ED027A732D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9188829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  <p:sldLayoutId id="2147483706" r:id="rId12"/>
    <p:sldLayoutId id="2147483707" r:id="rId13"/>
    <p:sldLayoutId id="2147483708" r:id="rId14"/>
    <p:sldLayoutId id="2147483709" r:id="rId15"/>
    <p:sldLayoutId id="2147483710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8AB27D11-3800-A46F-6D48-CBD6C4637F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39AB66"/>
                </a:solidFill>
              </a:rPr>
              <a:t>Who Am I?</a:t>
            </a:r>
            <a:endParaRPr lang="en-AU" dirty="0">
              <a:solidFill>
                <a:srgbClr val="39AB66"/>
              </a:solidFill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4A6BE86-324C-1486-3BB1-5B67EBE069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b="1" dirty="0" err="1">
                <a:solidFill>
                  <a:srgbClr val="39AB66"/>
                </a:solidFill>
              </a:rPr>
              <a:t>Lominger</a:t>
            </a:r>
            <a:r>
              <a:rPr lang="en-AU" b="1" dirty="0">
                <a:solidFill>
                  <a:srgbClr val="39AB66"/>
                </a:solidFill>
              </a:rPr>
              <a:t> Positive Competencies</a:t>
            </a:r>
          </a:p>
          <a:p>
            <a:pPr marL="457200" lvl="1" indent="0">
              <a:buNone/>
            </a:pPr>
            <a:r>
              <a:rPr lang="en-AU" dirty="0"/>
              <a:t>Written Communications</a:t>
            </a:r>
          </a:p>
          <a:p>
            <a:pPr marL="457200" lvl="1" indent="0">
              <a:buNone/>
            </a:pPr>
            <a:r>
              <a:rPr lang="en-AU" dirty="0"/>
              <a:t>Standing Alone </a:t>
            </a:r>
          </a:p>
          <a:p>
            <a:pPr marL="457200" lvl="1" indent="0">
              <a:buNone/>
            </a:pPr>
            <a:r>
              <a:rPr lang="en-AU" dirty="0"/>
              <a:t>Listening </a:t>
            </a:r>
          </a:p>
          <a:p>
            <a:pPr marL="0" indent="0">
              <a:buNone/>
            </a:pPr>
            <a:endParaRPr lang="en-AU" b="1" dirty="0"/>
          </a:p>
          <a:p>
            <a:pPr marL="0" indent="0">
              <a:buNone/>
            </a:pPr>
            <a:r>
              <a:rPr lang="en-AU" b="1" dirty="0" err="1">
                <a:solidFill>
                  <a:srgbClr val="39AB66"/>
                </a:solidFill>
              </a:rPr>
              <a:t>Lominger</a:t>
            </a:r>
            <a:r>
              <a:rPr lang="en-AU" b="1" dirty="0">
                <a:solidFill>
                  <a:srgbClr val="39AB66"/>
                </a:solidFill>
              </a:rPr>
              <a:t> Negative Competencies </a:t>
            </a:r>
          </a:p>
          <a:p>
            <a:pPr marL="457200" lvl="1" indent="0">
              <a:buNone/>
            </a:pPr>
            <a:r>
              <a:rPr lang="en-AU" dirty="0"/>
              <a:t>Hiring and Staffing</a:t>
            </a:r>
          </a:p>
          <a:p>
            <a:pPr marL="457200" lvl="1" indent="0">
              <a:buNone/>
            </a:pPr>
            <a:r>
              <a:rPr lang="en-AU" dirty="0"/>
              <a:t>Sizing Up People</a:t>
            </a:r>
          </a:p>
          <a:p>
            <a:pPr marL="457200" lvl="1" indent="0">
              <a:buNone/>
            </a:pPr>
            <a:r>
              <a:rPr lang="en-AU" dirty="0"/>
              <a:t>Self-Knowledge</a:t>
            </a:r>
            <a:endParaRPr lang="en-AU" b="1" dirty="0"/>
          </a:p>
        </p:txBody>
      </p:sp>
    </p:spTree>
    <p:extLst>
      <p:ext uri="{BB962C8B-B14F-4D97-AF65-F5344CB8AC3E}">
        <p14:creationId xmlns:p14="http://schemas.microsoft.com/office/powerpoint/2010/main" val="39161270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56BFF-C084-74F5-8292-8AEDDE6AE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>
                <a:solidFill>
                  <a:srgbClr val="39AB66"/>
                </a:solidFill>
              </a:rPr>
              <a:t>My degree Program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D6C2D9-53B2-D2A6-0F01-576E427A7B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b="1" dirty="0">
                <a:solidFill>
                  <a:srgbClr val="39AB66"/>
                </a:solidFill>
              </a:rPr>
              <a:t>Competencies</a:t>
            </a:r>
            <a:r>
              <a:rPr lang="en-US" b="1" dirty="0">
                <a:solidFill>
                  <a:srgbClr val="39AB66"/>
                </a:solidFill>
              </a:rPr>
              <a:t> Acquired</a:t>
            </a:r>
          </a:p>
          <a:p>
            <a:pPr marL="457200" lvl="1" indent="0">
              <a:buNone/>
            </a:pPr>
            <a:r>
              <a:rPr lang="en-US" dirty="0"/>
              <a:t>Testing</a:t>
            </a:r>
          </a:p>
          <a:p>
            <a:pPr marL="457200" lvl="1" indent="0">
              <a:buNone/>
            </a:pPr>
            <a:r>
              <a:rPr lang="en-US" dirty="0"/>
              <a:t>Architecture</a:t>
            </a:r>
          </a:p>
          <a:p>
            <a:pPr marL="457200" lvl="1" indent="0">
              <a:buNone/>
            </a:pPr>
            <a:r>
              <a:rPr lang="en-US" dirty="0"/>
              <a:t>Distributed System</a:t>
            </a:r>
          </a:p>
          <a:p>
            <a:endParaRPr lang="en-US" b="1" dirty="0"/>
          </a:p>
          <a:p>
            <a:pPr marL="0" indent="0">
              <a:buNone/>
            </a:pPr>
            <a:r>
              <a:rPr lang="en-US" b="1" dirty="0">
                <a:solidFill>
                  <a:srgbClr val="39AB66"/>
                </a:solidFill>
              </a:rPr>
              <a:t>How Is It Relatable? </a:t>
            </a:r>
          </a:p>
          <a:p>
            <a:pPr marL="457200" lvl="1" indent="0">
              <a:buNone/>
            </a:pPr>
            <a:r>
              <a:rPr lang="en-US" dirty="0"/>
              <a:t>Cloud</a:t>
            </a:r>
            <a:r>
              <a:rPr lang="en-US" b="1" dirty="0"/>
              <a:t> </a:t>
            </a:r>
            <a:r>
              <a:rPr lang="en-US" dirty="0"/>
              <a:t>dev</a:t>
            </a:r>
          </a:p>
          <a:p>
            <a:pPr marL="457200" lvl="1" indent="0">
              <a:buNone/>
            </a:pPr>
            <a:r>
              <a:rPr lang="en-US" dirty="0"/>
              <a:t>Architectural decisions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3720812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C40ACB-7A5C-BB6E-D7DD-12E7385F4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39AB66"/>
                </a:solidFill>
              </a:rPr>
              <a:t>GEDYTE GMBH</a:t>
            </a:r>
            <a:endParaRPr lang="en-AU" dirty="0">
              <a:solidFill>
                <a:srgbClr val="39AB66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BC029E-01C9-FA53-F134-F6219C36BA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b="1" dirty="0">
                <a:solidFill>
                  <a:srgbClr val="39AB66"/>
                </a:solidFill>
              </a:rPr>
              <a:t>Domain</a:t>
            </a:r>
            <a:r>
              <a:rPr lang="en-US" sz="2400" b="1" dirty="0">
                <a:solidFill>
                  <a:schemeClr val="tx1"/>
                </a:solidFill>
              </a:rPr>
              <a:t> 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pPr marL="457200" lvl="1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dirty="0"/>
          </a:p>
          <a:p>
            <a:endParaRPr lang="en-AU" dirty="0"/>
          </a:p>
        </p:txBody>
      </p:sp>
      <p:pic>
        <p:nvPicPr>
          <p:cNvPr id="4" name="Picture 3" descr="GEDYTE - Smart Greenhouse Monitoring">
            <a:extLst>
              <a:ext uri="{FF2B5EF4-FFF2-40B4-BE49-F238E27FC236}">
                <a16:creationId xmlns:a16="http://schemas.microsoft.com/office/drawing/2014/main" id="{F86AFAE6-B61E-7678-9223-C4E32E4171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1541" y="332674"/>
            <a:ext cx="1487659" cy="1487659"/>
          </a:xfrm>
          <a:prstGeom prst="rect">
            <a:avLst/>
          </a:prstGeom>
          <a:solidFill>
            <a:srgbClr val="39AB66"/>
          </a:solidFill>
          <a:ln>
            <a:solidFill>
              <a:srgbClr val="39AB66"/>
            </a:solidFill>
          </a:ln>
          <a:effectLst>
            <a:glow rad="63500">
              <a:schemeClr val="accent2">
                <a:satMod val="175000"/>
                <a:alpha val="40000"/>
              </a:schemeClr>
            </a:glow>
            <a:softEdge rad="112500"/>
          </a:effectLst>
        </p:spPr>
      </p:pic>
      <p:pic>
        <p:nvPicPr>
          <p:cNvPr id="7" name="Picture 6" descr="hessian.AI">
            <a:extLst>
              <a:ext uri="{FF2B5EF4-FFF2-40B4-BE49-F238E27FC236}">
                <a16:creationId xmlns:a16="http://schemas.microsoft.com/office/drawing/2014/main" id="{EA248D75-65C5-6A4C-54CC-C19F5367BF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334" y="3109412"/>
            <a:ext cx="2127206" cy="1384372"/>
          </a:xfrm>
          <a:prstGeom prst="rect">
            <a:avLst/>
          </a:prstGeom>
        </p:spPr>
      </p:pic>
      <p:pic>
        <p:nvPicPr>
          <p:cNvPr id="12" name="Picture 11" descr="Hessen Ideen">
            <a:extLst>
              <a:ext uri="{FF2B5EF4-FFF2-40B4-BE49-F238E27FC236}">
                <a16:creationId xmlns:a16="http://schemas.microsoft.com/office/drawing/2014/main" id="{9903EEDA-4DC5-4093-C84B-460935EA6D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9400" y="3005311"/>
            <a:ext cx="2692933" cy="1896889"/>
          </a:xfrm>
          <a:prstGeom prst="rect">
            <a:avLst/>
          </a:prstGeom>
        </p:spPr>
      </p:pic>
      <p:pic>
        <p:nvPicPr>
          <p:cNvPr id="15" name="Picture 14" descr="EIT Food EU">
            <a:extLst>
              <a:ext uri="{FF2B5EF4-FFF2-40B4-BE49-F238E27FC236}">
                <a16:creationId xmlns:a16="http://schemas.microsoft.com/office/drawing/2014/main" id="{48A7C45D-4941-7569-7C9B-F6D2610DA9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7334" y="5096480"/>
            <a:ext cx="5714999" cy="964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84710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9D865-F2FB-2AEC-D7E7-9111042B7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39AB66"/>
                </a:solidFill>
              </a:rPr>
              <a:t>Why GEDYTE?</a:t>
            </a:r>
            <a:endParaRPr lang="en-AU" dirty="0">
              <a:solidFill>
                <a:srgbClr val="39AB66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9EBB4B-9288-0C73-4ABA-F8EE25F84B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8596668" cy="380841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39AB66"/>
                </a:solidFill>
                <a:latin typeface="+mj-lt"/>
                <a:ea typeface="+mj-ea"/>
                <a:cs typeface="+mj-cs"/>
              </a:rPr>
              <a:t>A Solution For Inevitable Problem</a:t>
            </a:r>
          </a:p>
          <a:p>
            <a:pPr marL="0" indent="0">
              <a:buNone/>
            </a:pPr>
            <a:endParaRPr lang="en-US" sz="2400" dirty="0">
              <a:solidFill>
                <a:srgbClr val="39AB66"/>
              </a:solidFill>
              <a:latin typeface="+mj-lt"/>
              <a:ea typeface="+mj-ea"/>
              <a:cs typeface="+mj-cs"/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39AB66"/>
                </a:solidFill>
                <a:latin typeface="+mj-lt"/>
                <a:ea typeface="+mj-ea"/>
                <a:cs typeface="+mj-cs"/>
              </a:rPr>
              <a:t>Flexibility &amp; Growth</a:t>
            </a:r>
          </a:p>
          <a:p>
            <a:pPr marL="0" indent="0">
              <a:buNone/>
            </a:pPr>
            <a:endParaRPr lang="en-US" sz="2400" dirty="0">
              <a:solidFill>
                <a:srgbClr val="39AB66"/>
              </a:solidFill>
              <a:latin typeface="+mj-lt"/>
              <a:ea typeface="+mj-ea"/>
              <a:cs typeface="+mj-cs"/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39AB66"/>
                </a:solidFill>
                <a:latin typeface="+mj-lt"/>
                <a:ea typeface="+mj-ea"/>
                <a:cs typeface="+mj-cs"/>
              </a:rPr>
              <a:t>Communication Ease </a:t>
            </a:r>
          </a:p>
          <a:p>
            <a:pPr marL="0" indent="0">
              <a:buNone/>
            </a:pPr>
            <a:endParaRPr lang="en-US" sz="2400" dirty="0">
              <a:solidFill>
                <a:srgbClr val="39AB66"/>
              </a:solidFill>
              <a:latin typeface="+mj-lt"/>
              <a:ea typeface="+mj-ea"/>
              <a:cs typeface="+mj-cs"/>
            </a:endParaRPr>
          </a:p>
          <a:p>
            <a:pPr marL="0" indent="0">
              <a:buNone/>
            </a:pPr>
            <a:endParaRPr lang="en-AU" sz="2400" dirty="0">
              <a:solidFill>
                <a:srgbClr val="39AB66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A56032B-77A1-69DD-7BE6-84DCF30F00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5661" y="2633378"/>
            <a:ext cx="5136787" cy="321370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9" name="Picture 8" descr="GEDYTE - Smart Greenhouse Monitoring">
            <a:extLst>
              <a:ext uri="{FF2B5EF4-FFF2-40B4-BE49-F238E27FC236}">
                <a16:creationId xmlns:a16="http://schemas.microsoft.com/office/drawing/2014/main" id="{B3C6FC74-D674-1612-21F4-CE12DA57A0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1541" y="332674"/>
            <a:ext cx="1487659" cy="1487659"/>
          </a:xfrm>
          <a:prstGeom prst="rect">
            <a:avLst/>
          </a:prstGeom>
          <a:solidFill>
            <a:srgbClr val="39AB66"/>
          </a:solidFill>
          <a:ln>
            <a:solidFill>
              <a:srgbClr val="39AB66"/>
            </a:solidFill>
          </a:ln>
          <a:effectLst>
            <a:glow rad="63500">
              <a:schemeClr val="accent2">
                <a:satMod val="175000"/>
                <a:alpha val="40000"/>
              </a:schemeClr>
            </a:glow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7771527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FF5D2-1A81-58D8-D09A-EE969B5969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39AB66"/>
                </a:solidFill>
              </a:rPr>
              <a:t>General Info</a:t>
            </a:r>
            <a:endParaRPr lang="en-AU" dirty="0">
              <a:solidFill>
                <a:srgbClr val="39AB66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2D6C20-CC4E-20DC-34B0-26D08ECA01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067456"/>
            <a:ext cx="8596668" cy="38807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39AB66"/>
                </a:solidFill>
                <a:latin typeface="+mj-lt"/>
                <a:ea typeface="+mj-ea"/>
                <a:cs typeface="+mj-cs"/>
              </a:rPr>
              <a:t>Where?</a:t>
            </a:r>
          </a:p>
          <a:p>
            <a:pPr marL="0" indent="0">
              <a:buNone/>
            </a:pPr>
            <a:endParaRPr lang="en-US" sz="2400" dirty="0">
              <a:solidFill>
                <a:srgbClr val="39AB66"/>
              </a:solidFill>
              <a:latin typeface="+mj-lt"/>
              <a:ea typeface="+mj-ea"/>
              <a:cs typeface="+mj-cs"/>
            </a:endParaRPr>
          </a:p>
          <a:p>
            <a:pPr marL="0" indent="0">
              <a:buNone/>
            </a:pPr>
            <a:r>
              <a:rPr lang="en-AU" sz="2400" dirty="0">
                <a:solidFill>
                  <a:srgbClr val="39AB66"/>
                </a:solidFill>
                <a:latin typeface="+mj-lt"/>
                <a:ea typeface="+mj-ea"/>
                <a:cs typeface="+mj-cs"/>
              </a:rPr>
              <a:t>Which brands does the company own?</a:t>
            </a:r>
            <a:endParaRPr lang="en-US" sz="2400" dirty="0">
              <a:solidFill>
                <a:srgbClr val="39AB66"/>
              </a:solidFill>
              <a:latin typeface="+mj-lt"/>
              <a:ea typeface="+mj-ea"/>
              <a:cs typeface="+mj-cs"/>
            </a:endParaRPr>
          </a:p>
          <a:p>
            <a:pPr marL="0" indent="0">
              <a:buNone/>
            </a:pPr>
            <a:endParaRPr lang="en-US" sz="2400" dirty="0">
              <a:solidFill>
                <a:srgbClr val="39AB66"/>
              </a:solidFill>
              <a:latin typeface="+mj-lt"/>
              <a:ea typeface="+mj-ea"/>
              <a:cs typeface="+mj-cs"/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39AB66"/>
                </a:solidFill>
                <a:latin typeface="+mj-lt"/>
                <a:ea typeface="+mj-ea"/>
                <a:cs typeface="+mj-cs"/>
              </a:rPr>
              <a:t>Product Portfolio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39AB66"/>
                </a:solidFill>
                <a:latin typeface="+mj-lt"/>
                <a:ea typeface="+mj-ea"/>
                <a:cs typeface="+mj-cs"/>
              </a:rPr>
              <a:t>	</a:t>
            </a:r>
            <a:r>
              <a:rPr lang="en-US" sz="20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AI</a:t>
            </a:r>
            <a:r>
              <a:rPr lang="en-US" sz="2000" dirty="0">
                <a:solidFill>
                  <a:srgbClr val="39AB66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based product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	Used for optimizing small green houses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	</a:t>
            </a:r>
            <a:r>
              <a:rPr lang="en-AU" sz="2000" dirty="0"/>
              <a:t>Research, testing, production these technologies</a:t>
            </a:r>
            <a:r>
              <a:rPr lang="en-US" sz="20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endParaRPr lang="en-AU" sz="2400" dirty="0">
              <a:solidFill>
                <a:srgbClr val="39AB66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9" name="Picture 8" descr="GEDYTE - Smart Greenhouse Monitoring">
            <a:extLst>
              <a:ext uri="{FF2B5EF4-FFF2-40B4-BE49-F238E27FC236}">
                <a16:creationId xmlns:a16="http://schemas.microsoft.com/office/drawing/2014/main" id="{A178257C-5C25-BD13-95AA-416D9140B7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1541" y="332674"/>
            <a:ext cx="1487659" cy="1487659"/>
          </a:xfrm>
          <a:prstGeom prst="rect">
            <a:avLst/>
          </a:prstGeom>
          <a:solidFill>
            <a:srgbClr val="39AB66"/>
          </a:solidFill>
          <a:ln>
            <a:solidFill>
              <a:srgbClr val="39AB66"/>
            </a:solidFill>
          </a:ln>
          <a:effectLst>
            <a:glow rad="63500">
              <a:schemeClr val="accent2">
                <a:satMod val="175000"/>
                <a:alpha val="40000"/>
              </a:schemeClr>
            </a:glow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7559215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21F8D-C594-DA23-70C8-586940182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39AB66"/>
                </a:solidFill>
              </a:rPr>
              <a:t>Continue General Info</a:t>
            </a:r>
            <a:endParaRPr lang="en-AU" dirty="0">
              <a:solidFill>
                <a:srgbClr val="39AB66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EEA502-2904-124D-AEE3-B165C7784F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dirty="0">
                <a:solidFill>
                  <a:srgbClr val="39AB66"/>
                </a:solidFill>
                <a:latin typeface="+mj-lt"/>
                <a:ea typeface="+mj-ea"/>
                <a:cs typeface="+mj-cs"/>
              </a:rPr>
              <a:t>How Many Employees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39AB66"/>
                </a:solidFill>
                <a:latin typeface="+mj-lt"/>
                <a:ea typeface="+mj-ea"/>
                <a:cs typeface="+mj-cs"/>
              </a:rPr>
              <a:t>	</a:t>
            </a:r>
            <a:r>
              <a:rPr lang="en-US" sz="20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4-10</a:t>
            </a:r>
            <a:endParaRPr lang="en-US" sz="2400" dirty="0">
              <a:solidFill>
                <a:srgbClr val="39AB66"/>
              </a:solidFill>
              <a:latin typeface="+mj-lt"/>
              <a:ea typeface="+mj-ea"/>
              <a:cs typeface="+mj-cs"/>
            </a:endParaRPr>
          </a:p>
          <a:p>
            <a:pPr marL="0" indent="0">
              <a:buNone/>
            </a:pPr>
            <a:r>
              <a:rPr lang="en-AU" sz="2400" dirty="0">
                <a:solidFill>
                  <a:srgbClr val="39AB66"/>
                </a:solidFill>
                <a:latin typeface="+mj-lt"/>
                <a:ea typeface="+mj-ea"/>
                <a:cs typeface="+mj-cs"/>
              </a:rPr>
              <a:t>	</a:t>
            </a:r>
            <a:r>
              <a:rPr lang="en-AU" sz="20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External Assistance</a:t>
            </a:r>
          </a:p>
          <a:p>
            <a:pPr marL="0" indent="0">
              <a:buNone/>
            </a:pPr>
            <a:endParaRPr lang="en-AU" sz="2400" dirty="0">
              <a:solidFill>
                <a:srgbClr val="39AB66"/>
              </a:solidFill>
              <a:latin typeface="+mj-lt"/>
              <a:ea typeface="+mj-ea"/>
              <a:cs typeface="+mj-cs"/>
            </a:endParaRPr>
          </a:p>
          <a:p>
            <a:pPr marL="0" indent="0">
              <a:buNone/>
            </a:pPr>
            <a:r>
              <a:rPr lang="en-AU" sz="2400" dirty="0">
                <a:solidFill>
                  <a:srgbClr val="39AB66"/>
                </a:solidFill>
                <a:latin typeface="+mj-lt"/>
                <a:ea typeface="+mj-ea"/>
                <a:cs typeface="+mj-cs"/>
              </a:rPr>
              <a:t>Ownership Structure</a:t>
            </a:r>
            <a:endParaRPr lang="en-AU" sz="20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  <a:p>
            <a:pPr marL="0" indent="0">
              <a:buNone/>
            </a:pPr>
            <a:r>
              <a:rPr lang="en-AU" sz="20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	</a:t>
            </a:r>
            <a:endParaRPr lang="en-AU" sz="2400" dirty="0">
              <a:solidFill>
                <a:srgbClr val="39AB66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7" name="Picture 6" descr="GEDYTE - Smart Greenhouse Monitoring">
            <a:extLst>
              <a:ext uri="{FF2B5EF4-FFF2-40B4-BE49-F238E27FC236}">
                <a16:creationId xmlns:a16="http://schemas.microsoft.com/office/drawing/2014/main" id="{FA7D0E47-FA2A-6F95-45F6-CF2B718062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1541" y="332674"/>
            <a:ext cx="1487659" cy="1487659"/>
          </a:xfrm>
          <a:prstGeom prst="rect">
            <a:avLst/>
          </a:prstGeom>
          <a:solidFill>
            <a:srgbClr val="39AB66"/>
          </a:solidFill>
          <a:ln>
            <a:solidFill>
              <a:srgbClr val="39AB66"/>
            </a:solidFill>
          </a:ln>
          <a:effectLst>
            <a:glow rad="63500">
              <a:schemeClr val="accent2">
                <a:satMod val="175000"/>
                <a:alpha val="40000"/>
              </a:schemeClr>
            </a:glow>
            <a:softEdge rad="112500"/>
          </a:effec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EE58304-DD71-7763-170B-26AAEB9A1D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9561" y="2160589"/>
            <a:ext cx="5174442" cy="2824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24145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028786C-5E91-1456-9CAA-796A5D8318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1934" y="2640330"/>
            <a:ext cx="4679526" cy="1577340"/>
          </a:xfrm>
        </p:spPr>
        <p:txBody>
          <a:bodyPr>
            <a:normAutofit/>
          </a:bodyPr>
          <a:lstStyle/>
          <a:p>
            <a:r>
              <a:rPr lang="en-US" sz="8800" dirty="0">
                <a:solidFill>
                  <a:srgbClr val="39AB66"/>
                </a:solidFill>
              </a:rPr>
              <a:t>Thanks!</a:t>
            </a:r>
            <a:endParaRPr lang="en-AU" sz="4000" dirty="0">
              <a:solidFill>
                <a:srgbClr val="39AB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0302628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8C59B386-999D-4CB6-B907-9F3997C027C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0</TotalTime>
  <Words>104</Words>
  <Application>Microsoft Office PowerPoint</Application>
  <PresentationFormat>Widescreen</PresentationFormat>
  <Paragraphs>46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Trebuchet MS</vt:lpstr>
      <vt:lpstr>Wingdings 3</vt:lpstr>
      <vt:lpstr>Facet</vt:lpstr>
      <vt:lpstr>Who Am I?</vt:lpstr>
      <vt:lpstr>My degree Program</vt:lpstr>
      <vt:lpstr>GEDYTE GMBH</vt:lpstr>
      <vt:lpstr>Why GEDYTE?</vt:lpstr>
      <vt:lpstr>General Info</vt:lpstr>
      <vt:lpstr>Continue General Info</vt:lpstr>
      <vt:lpstr>Thanks!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Farag, Beshoy Nady Gerges</dc:creator>
  <cp:lastModifiedBy>Farag, Beshoy Nady Gerges</cp:lastModifiedBy>
  <cp:revision>2</cp:revision>
  <dcterms:created xsi:type="dcterms:W3CDTF">2026-08-04T17:29:24Z</dcterms:created>
  <dcterms:modified xsi:type="dcterms:W3CDTF">2026-08-04T19:13:41Z</dcterms:modified>
</cp:coreProperties>
</file>