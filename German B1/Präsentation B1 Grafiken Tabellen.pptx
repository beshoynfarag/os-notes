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25" r:id="rId5"/>
    <p:sldId id="326" r:id="rId6"/>
    <p:sldId id="259" r:id="rId7"/>
    <p:sldId id="258" r:id="rId8"/>
    <p:sldId id="346" r:id="rId9"/>
    <p:sldId id="263" r:id="rId10"/>
    <p:sldId id="342" r:id="rId11"/>
    <p:sldId id="344" r:id="rId12"/>
    <p:sldId id="345" r:id="rId13"/>
    <p:sldId id="343" r:id="rId14"/>
    <p:sldId id="265" r:id="rId15"/>
    <p:sldId id="264" r:id="rId16"/>
    <p:sldId id="268" r:id="rId17"/>
    <p:sldId id="267" r:id="rId18"/>
    <p:sldId id="266" r:id="rId19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BC52B-36F2-4062-B793-013244A05D1C}" v="122" dt="2026-03-31T10:03:37.827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240" autoAdjust="0"/>
  </p:normalViewPr>
  <p:slideViewPr>
    <p:cSldViewPr snapToGrid="0">
      <p:cViewPr>
        <p:scale>
          <a:sx n="71" d="100"/>
          <a:sy n="71" d="100"/>
        </p:scale>
        <p:origin x="1046" y="283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a Englert" userId="77d9f0fddd2b8c15" providerId="LiveId" clId="{A5E6149D-1709-4C61-B9E6-CA7CD0FB4500}"/>
    <pc:docChg chg="undo redo custSel addSld delSld modSld sldOrd">
      <pc:chgData name="Milla Englert" userId="77d9f0fddd2b8c15" providerId="LiveId" clId="{A5E6149D-1709-4C61-B9E6-CA7CD0FB4500}" dt="2026-03-31T10:04:18.901" v="5435" actId="1076"/>
      <pc:docMkLst>
        <pc:docMk/>
      </pc:docMkLst>
      <pc:sldChg chg="del">
        <pc:chgData name="Milla Englert" userId="77d9f0fddd2b8c15" providerId="LiveId" clId="{A5E6149D-1709-4C61-B9E6-CA7CD0FB4500}" dt="2026-03-30T14:54:54.386" v="1788" actId="2696"/>
        <pc:sldMkLst>
          <pc:docMk/>
          <pc:sldMk cId="435195399" sldId="257"/>
        </pc:sldMkLst>
      </pc:sldChg>
      <pc:sldChg chg="modSp mod">
        <pc:chgData name="Milla Englert" userId="77d9f0fddd2b8c15" providerId="LiveId" clId="{A5E6149D-1709-4C61-B9E6-CA7CD0FB4500}" dt="2026-03-30T17:44:48.905" v="5371"/>
        <pc:sldMkLst>
          <pc:docMk/>
          <pc:sldMk cId="3058085568" sldId="258"/>
        </pc:sldMkLst>
        <pc:spChg chg="mod">
          <ac:chgData name="Milla Englert" userId="77d9f0fddd2b8c15" providerId="LiveId" clId="{A5E6149D-1709-4C61-B9E6-CA7CD0FB4500}" dt="2026-03-30T17:44:48.905" v="5371"/>
          <ac:spMkLst>
            <pc:docMk/>
            <pc:sldMk cId="3058085568" sldId="258"/>
            <ac:spMk id="3" creationId="{A0034E89-1952-5288-08A0-70A4A73BE39E}"/>
          </ac:spMkLst>
        </pc:spChg>
      </pc:sldChg>
      <pc:sldChg chg="addSp delSp modSp mod modClrScheme chgLayout">
        <pc:chgData name="Milla Englert" userId="77d9f0fddd2b8c15" providerId="LiveId" clId="{A5E6149D-1709-4C61-B9E6-CA7CD0FB4500}" dt="2026-03-30T15:50:23.520" v="3323" actId="20577"/>
        <pc:sldMkLst>
          <pc:docMk/>
          <pc:sldMk cId="1008037533" sldId="259"/>
        </pc:sldMkLst>
        <pc:spChg chg="mod">
          <ac:chgData name="Milla Englert" userId="77d9f0fddd2b8c15" providerId="LiveId" clId="{A5E6149D-1709-4C61-B9E6-CA7CD0FB4500}" dt="2026-03-30T12:27:49.606" v="1208" actId="26606"/>
          <ac:spMkLst>
            <pc:docMk/>
            <pc:sldMk cId="1008037533" sldId="259"/>
            <ac:spMk id="2" creationId="{954ABE40-AA00-F366-A36A-B3F1AADBF025}"/>
          </ac:spMkLst>
        </pc:spChg>
        <pc:spChg chg="mod">
          <ac:chgData name="Milla Englert" userId="77d9f0fddd2b8c15" providerId="LiveId" clId="{A5E6149D-1709-4C61-B9E6-CA7CD0FB4500}" dt="2026-03-30T15:50:23.520" v="3323" actId="20577"/>
          <ac:spMkLst>
            <pc:docMk/>
            <pc:sldMk cId="1008037533" sldId="259"/>
            <ac:spMk id="3" creationId="{72446868-83F0-CEEF-5E60-6D55C93B523F}"/>
          </ac:spMkLst>
        </pc:spChg>
        <pc:spChg chg="add del mod">
          <ac:chgData name="Milla Englert" userId="77d9f0fddd2b8c15" providerId="LiveId" clId="{A5E6149D-1709-4C61-B9E6-CA7CD0FB4500}" dt="2026-03-30T14:47:14.230" v="1729" actId="478"/>
          <ac:spMkLst>
            <pc:docMk/>
            <pc:sldMk cId="1008037533" sldId="259"/>
            <ac:spMk id="11" creationId="{50425827-2EFC-62F2-EF94-6C3A76C28E0D}"/>
          </ac:spMkLst>
        </pc:spChg>
        <pc:spChg chg="add del mod">
          <ac:chgData name="Milla Englert" userId="77d9f0fddd2b8c15" providerId="LiveId" clId="{A5E6149D-1709-4C61-B9E6-CA7CD0FB4500}" dt="2026-03-30T14:48:08.910" v="1733" actId="931"/>
          <ac:spMkLst>
            <pc:docMk/>
            <pc:sldMk cId="1008037533" sldId="259"/>
            <ac:spMk id="13" creationId="{F56B693E-4A7B-5188-3854-CA8379A4C859}"/>
          </ac:spMkLst>
        </pc:spChg>
        <pc:graphicFrameChg chg="add del">
          <ac:chgData name="Milla Englert" userId="77d9f0fddd2b8c15" providerId="LiveId" clId="{A5E6149D-1709-4C61-B9E6-CA7CD0FB4500}" dt="2026-03-30T14:44:44.560" v="1722"/>
          <ac:graphicFrameMkLst>
            <pc:docMk/>
            <pc:sldMk cId="1008037533" sldId="259"/>
            <ac:graphicFrameMk id="6" creationId="{633845C5-5A54-9004-784D-A264D45C135C}"/>
          </ac:graphicFrameMkLst>
        </pc:graphicFrameChg>
        <pc:picChg chg="add mod">
          <ac:chgData name="Milla Englert" userId="77d9f0fddd2b8c15" providerId="LiveId" clId="{A5E6149D-1709-4C61-B9E6-CA7CD0FB4500}" dt="2026-03-30T14:47:13.540" v="1728" actId="14100"/>
          <ac:picMkLst>
            <pc:docMk/>
            <pc:sldMk cId="1008037533" sldId="259"/>
            <ac:picMk id="8" creationId="{7DAD535F-0C06-813F-1F68-68D483EF96ED}"/>
          </ac:picMkLst>
        </pc:picChg>
        <pc:picChg chg="add del mod">
          <ac:chgData name="Milla Englert" userId="77d9f0fddd2b8c15" providerId="LiveId" clId="{A5E6149D-1709-4C61-B9E6-CA7CD0FB4500}" dt="2026-03-30T14:47:41.378" v="1732" actId="478"/>
          <ac:picMkLst>
            <pc:docMk/>
            <pc:sldMk cId="1008037533" sldId="259"/>
            <ac:picMk id="10" creationId="{99058E17-80B3-F3F9-AF6A-0518C39D940F}"/>
          </ac:picMkLst>
        </pc:picChg>
        <pc:picChg chg="add mod">
          <ac:chgData name="Milla Englert" userId="77d9f0fddd2b8c15" providerId="LiveId" clId="{A5E6149D-1709-4C61-B9E6-CA7CD0FB4500}" dt="2026-03-30T14:48:08.910" v="1733" actId="931"/>
          <ac:picMkLst>
            <pc:docMk/>
            <pc:sldMk cId="1008037533" sldId="259"/>
            <ac:picMk id="15" creationId="{FD177B44-7D8C-F7B9-E0B8-3243BCAD3490}"/>
          </ac:picMkLst>
        </pc:picChg>
      </pc:sldChg>
      <pc:sldChg chg="del">
        <pc:chgData name="Milla Englert" userId="77d9f0fddd2b8c15" providerId="LiveId" clId="{A5E6149D-1709-4C61-B9E6-CA7CD0FB4500}" dt="2026-03-30T13:45:54.494" v="1572" actId="2696"/>
        <pc:sldMkLst>
          <pc:docMk/>
          <pc:sldMk cId="3666674671" sldId="261"/>
        </pc:sldMkLst>
      </pc:sldChg>
      <pc:sldChg chg="addSp delSp modSp mod">
        <pc:chgData name="Milla Englert" userId="77d9f0fddd2b8c15" providerId="LiveId" clId="{A5E6149D-1709-4C61-B9E6-CA7CD0FB4500}" dt="2026-03-30T18:07:32.281" v="5410" actId="113"/>
        <pc:sldMkLst>
          <pc:docMk/>
          <pc:sldMk cId="2737241225" sldId="263"/>
        </pc:sldMkLst>
        <pc:spChg chg="mod">
          <ac:chgData name="Milla Englert" userId="77d9f0fddd2b8c15" providerId="LiveId" clId="{A5E6149D-1709-4C61-B9E6-CA7CD0FB4500}" dt="2026-03-30T12:40:51.979" v="1307" actId="20577"/>
          <ac:spMkLst>
            <pc:docMk/>
            <pc:sldMk cId="2737241225" sldId="263"/>
            <ac:spMk id="2" creationId="{338A15DE-D135-0710-9984-A0A55E960CB0}"/>
          </ac:spMkLst>
        </pc:spChg>
        <pc:spChg chg="mod">
          <ac:chgData name="Milla Englert" userId="77d9f0fddd2b8c15" providerId="LiveId" clId="{A5E6149D-1709-4C61-B9E6-CA7CD0FB4500}" dt="2026-03-30T18:07:32.281" v="5410" actId="113"/>
          <ac:spMkLst>
            <pc:docMk/>
            <pc:sldMk cId="2737241225" sldId="263"/>
            <ac:spMk id="3" creationId="{ECC8AA23-D8D0-93BE-5C5F-103A750B0D2F}"/>
          </ac:spMkLst>
        </pc:spChg>
        <pc:spChg chg="add del mod">
          <ac:chgData name="Milla Englert" userId="77d9f0fddd2b8c15" providerId="LiveId" clId="{A5E6149D-1709-4C61-B9E6-CA7CD0FB4500}" dt="2026-03-30T12:38:31.507" v="1265"/>
          <ac:spMkLst>
            <pc:docMk/>
            <pc:sldMk cId="2737241225" sldId="263"/>
            <ac:spMk id="5" creationId="{69EBB6A6-D702-05F4-C531-7A09882B29F9}"/>
          </ac:spMkLst>
        </pc:spChg>
        <pc:spChg chg="add del mod">
          <ac:chgData name="Milla Englert" userId="77d9f0fddd2b8c15" providerId="LiveId" clId="{A5E6149D-1709-4C61-B9E6-CA7CD0FB4500}" dt="2026-03-30T12:40:29.891" v="1274"/>
          <ac:spMkLst>
            <pc:docMk/>
            <pc:sldMk cId="2737241225" sldId="263"/>
            <ac:spMk id="11" creationId="{7CCC6DC1-4DCA-563D-D68A-5AE3A1E1C385}"/>
          </ac:spMkLst>
        </pc:spChg>
        <pc:spChg chg="add del mod">
          <ac:chgData name="Milla Englert" userId="77d9f0fddd2b8c15" providerId="LiveId" clId="{A5E6149D-1709-4C61-B9E6-CA7CD0FB4500}" dt="2026-03-30T12:44:06.358" v="1315" actId="478"/>
          <ac:spMkLst>
            <pc:docMk/>
            <pc:sldMk cId="2737241225" sldId="263"/>
            <ac:spMk id="14" creationId="{EA86AF77-BD7C-64C6-2743-234135ECC4DA}"/>
          </ac:spMkLst>
        </pc:spChg>
        <pc:graphicFrameChg chg="add">
          <ac:chgData name="Milla Englert" userId="77d9f0fddd2b8c15" providerId="LiveId" clId="{A5E6149D-1709-4C61-B9E6-CA7CD0FB4500}" dt="2026-03-30T12:43:34.166" v="1313" actId="1957"/>
          <ac:graphicFrameMkLst>
            <pc:docMk/>
            <pc:sldMk cId="2737241225" sldId="263"/>
            <ac:graphicFrameMk id="17" creationId="{CB1EF32E-A756-01B6-7AEC-E6598C8916E8}"/>
          </ac:graphicFrameMkLst>
        </pc:graphicFrameChg>
        <pc:graphicFrameChg chg="add mod">
          <ac:chgData name="Milla Englert" userId="77d9f0fddd2b8c15" providerId="LiveId" clId="{A5E6149D-1709-4C61-B9E6-CA7CD0FB4500}" dt="2026-03-30T16:00:22.758" v="3511" actId="20577"/>
          <ac:graphicFrameMkLst>
            <pc:docMk/>
            <pc:sldMk cId="2737241225" sldId="263"/>
            <ac:graphicFrameMk id="20" creationId="{EB842678-0B86-BBDF-35A9-DA9FA5EB71CA}"/>
          </ac:graphicFrameMkLst>
        </pc:graphicFrameChg>
        <pc:picChg chg="del">
          <ac:chgData name="Milla Englert" userId="77d9f0fddd2b8c15" providerId="LiveId" clId="{A5E6149D-1709-4C61-B9E6-CA7CD0FB4500}" dt="2026-03-30T12:35:16.527" v="1254" actId="478"/>
          <ac:picMkLst>
            <pc:docMk/>
            <pc:sldMk cId="2737241225" sldId="263"/>
            <ac:picMk id="6" creationId="{23F775E2-246C-F1D2-C3A0-D4C55F65CC82}"/>
          </ac:picMkLst>
        </pc:picChg>
        <pc:picChg chg="add mod">
          <ac:chgData name="Milla Englert" userId="77d9f0fddd2b8c15" providerId="LiveId" clId="{A5E6149D-1709-4C61-B9E6-CA7CD0FB4500}" dt="2026-03-30T12:37:34.716" v="1264"/>
          <ac:picMkLst>
            <pc:docMk/>
            <pc:sldMk cId="2737241225" sldId="263"/>
            <ac:picMk id="7" creationId="{4CAE385D-E2CA-260B-B3FE-9288F48B156D}"/>
          </ac:picMkLst>
        </pc:picChg>
        <pc:picChg chg="add del mod">
          <ac:chgData name="Milla Englert" userId="77d9f0fddd2b8c15" providerId="LiveId" clId="{A5E6149D-1709-4C61-B9E6-CA7CD0FB4500}" dt="2026-03-30T12:40:15.161" v="1270" actId="478"/>
          <ac:picMkLst>
            <pc:docMk/>
            <pc:sldMk cId="2737241225" sldId="263"/>
            <ac:picMk id="8" creationId="{48222F0A-E573-B08A-56F1-8D53560B9906}"/>
          </ac:picMkLst>
        </pc:picChg>
        <pc:picChg chg="add del mod">
          <ac:chgData name="Milla Englert" userId="77d9f0fddd2b8c15" providerId="LiveId" clId="{A5E6149D-1709-4C61-B9E6-CA7CD0FB4500}" dt="2026-03-30T12:40:24.635" v="1273" actId="478"/>
          <ac:picMkLst>
            <pc:docMk/>
            <pc:sldMk cId="2737241225" sldId="263"/>
            <ac:picMk id="9" creationId="{A1B49562-EECF-F20B-E90C-B926DBFD5D54}"/>
          </ac:picMkLst>
        </pc:picChg>
        <pc:picChg chg="add del mod">
          <ac:chgData name="Milla Englert" userId="77d9f0fddd2b8c15" providerId="LiveId" clId="{A5E6149D-1709-4C61-B9E6-CA7CD0FB4500}" dt="2026-03-30T12:41:28.089" v="1308" actId="478"/>
          <ac:picMkLst>
            <pc:docMk/>
            <pc:sldMk cId="2737241225" sldId="263"/>
            <ac:picMk id="12" creationId="{4E511F5D-7266-3D5E-8E9E-A04D06AC7E94}"/>
          </ac:picMkLst>
        </pc:picChg>
      </pc:sldChg>
      <pc:sldChg chg="modSp mod">
        <pc:chgData name="Milla Englert" userId="77d9f0fddd2b8c15" providerId="LiveId" clId="{A5E6149D-1709-4C61-B9E6-CA7CD0FB4500}" dt="2026-03-30T16:53:48.323" v="5258" actId="113"/>
        <pc:sldMkLst>
          <pc:docMk/>
          <pc:sldMk cId="837402205" sldId="264"/>
        </pc:sldMkLst>
        <pc:spChg chg="mod">
          <ac:chgData name="Milla Englert" userId="77d9f0fddd2b8c15" providerId="LiveId" clId="{A5E6149D-1709-4C61-B9E6-CA7CD0FB4500}" dt="2026-03-30T12:24:42.820" v="1029" actId="20577"/>
          <ac:spMkLst>
            <pc:docMk/>
            <pc:sldMk cId="837402205" sldId="264"/>
            <ac:spMk id="2" creationId="{47A9874B-BCA9-8420-1595-EDD1865A099A}"/>
          </ac:spMkLst>
        </pc:spChg>
        <pc:spChg chg="mod">
          <ac:chgData name="Milla Englert" userId="77d9f0fddd2b8c15" providerId="LiveId" clId="{A5E6149D-1709-4C61-B9E6-CA7CD0FB4500}" dt="2026-03-30T16:53:42.631" v="5257" actId="113"/>
          <ac:spMkLst>
            <pc:docMk/>
            <pc:sldMk cId="837402205" sldId="264"/>
            <ac:spMk id="3" creationId="{68A5FD2B-E3E5-1C2B-0151-21F216B14A33}"/>
          </ac:spMkLst>
        </pc:spChg>
        <pc:spChg chg="mod">
          <ac:chgData name="Milla Englert" userId="77d9f0fddd2b8c15" providerId="LiveId" clId="{A5E6149D-1709-4C61-B9E6-CA7CD0FB4500}" dt="2026-03-30T16:53:48.323" v="5258" actId="113"/>
          <ac:spMkLst>
            <pc:docMk/>
            <pc:sldMk cId="837402205" sldId="264"/>
            <ac:spMk id="4" creationId="{ACFBB810-3430-2C29-1AA0-9744AA0A1AA3}"/>
          </ac:spMkLst>
        </pc:spChg>
      </pc:sldChg>
      <pc:sldChg chg="modSp mod ord">
        <pc:chgData name="Milla Englert" userId="77d9f0fddd2b8c15" providerId="LiveId" clId="{A5E6149D-1709-4C61-B9E6-CA7CD0FB4500}" dt="2026-03-30T18:08:18.867" v="5411" actId="20577"/>
        <pc:sldMkLst>
          <pc:docMk/>
          <pc:sldMk cId="729609147" sldId="265"/>
        </pc:sldMkLst>
        <pc:spChg chg="mod">
          <ac:chgData name="Milla Englert" userId="77d9f0fddd2b8c15" providerId="LiveId" clId="{A5E6149D-1709-4C61-B9E6-CA7CD0FB4500}" dt="2026-03-30T16:52:41.043" v="5234" actId="113"/>
          <ac:spMkLst>
            <pc:docMk/>
            <pc:sldMk cId="729609147" sldId="265"/>
            <ac:spMk id="2" creationId="{314C27C8-165C-5513-DB4B-9D840097C545}"/>
          </ac:spMkLst>
        </pc:spChg>
        <pc:spChg chg="mod">
          <ac:chgData name="Milla Englert" userId="77d9f0fddd2b8c15" providerId="LiveId" clId="{A5E6149D-1709-4C61-B9E6-CA7CD0FB4500}" dt="2026-03-30T16:53:24.294" v="5256" actId="20577"/>
          <ac:spMkLst>
            <pc:docMk/>
            <pc:sldMk cId="729609147" sldId="265"/>
            <ac:spMk id="3" creationId="{FACE640F-7F5A-BDB7-205D-765FA80B6796}"/>
          </ac:spMkLst>
        </pc:spChg>
        <pc:graphicFrameChg chg="mod modGraphic">
          <ac:chgData name="Milla Englert" userId="77d9f0fddd2b8c15" providerId="LiveId" clId="{A5E6149D-1709-4C61-B9E6-CA7CD0FB4500}" dt="2026-03-30T18:08:18.867" v="5411" actId="20577"/>
          <ac:graphicFrameMkLst>
            <pc:docMk/>
            <pc:sldMk cId="729609147" sldId="265"/>
            <ac:graphicFrameMk id="5" creationId="{2DA25F38-CDC8-7982-99AE-8D5A8ECABC85}"/>
          </ac:graphicFrameMkLst>
        </pc:graphicFrameChg>
      </pc:sldChg>
      <pc:sldChg chg="addSp modSp mod">
        <pc:chgData name="Milla Englert" userId="77d9f0fddd2b8c15" providerId="LiveId" clId="{A5E6149D-1709-4C61-B9E6-CA7CD0FB4500}" dt="2026-03-31T09:59:05.468" v="5427"/>
        <pc:sldMkLst>
          <pc:docMk/>
          <pc:sldMk cId="643777997" sldId="266"/>
        </pc:sldMkLst>
        <pc:spChg chg="mod">
          <ac:chgData name="Milla Englert" userId="77d9f0fddd2b8c15" providerId="LiveId" clId="{A5E6149D-1709-4C61-B9E6-CA7CD0FB4500}" dt="2026-03-30T15:10:46.761" v="2492" actId="20577"/>
          <ac:spMkLst>
            <pc:docMk/>
            <pc:sldMk cId="643777997" sldId="266"/>
            <ac:spMk id="2" creationId="{5D030A76-B788-B363-104E-266B7C7F7208}"/>
          </ac:spMkLst>
        </pc:spChg>
        <pc:spChg chg="mod">
          <ac:chgData name="Milla Englert" userId="77d9f0fddd2b8c15" providerId="LiveId" clId="{A5E6149D-1709-4C61-B9E6-CA7CD0FB4500}" dt="2026-03-30T16:55:49.292" v="5286" actId="20577"/>
          <ac:spMkLst>
            <pc:docMk/>
            <pc:sldMk cId="643777997" sldId="266"/>
            <ac:spMk id="3" creationId="{05948542-FCE1-3AE6-C6C9-17975609DF70}"/>
          </ac:spMkLst>
        </pc:spChg>
        <pc:spChg chg="mod">
          <ac:chgData name="Milla Englert" userId="77d9f0fddd2b8c15" providerId="LiveId" clId="{A5E6149D-1709-4C61-B9E6-CA7CD0FB4500}" dt="2026-03-30T16:57:10.758" v="5327" actId="20577"/>
          <ac:spMkLst>
            <pc:docMk/>
            <pc:sldMk cId="643777997" sldId="266"/>
            <ac:spMk id="4" creationId="{3EE67564-0457-E486-97D0-8109D2C97B3F}"/>
          </ac:spMkLst>
        </pc:spChg>
        <pc:spChg chg="add mod">
          <ac:chgData name="Milla Englert" userId="77d9f0fddd2b8c15" providerId="LiveId" clId="{A5E6149D-1709-4C61-B9E6-CA7CD0FB4500}" dt="2026-03-31T09:59:05.468" v="5427"/>
          <ac:spMkLst>
            <pc:docMk/>
            <pc:sldMk cId="643777997" sldId="266"/>
            <ac:spMk id="6" creationId="{8BC5B1F1-B01E-493B-D9AD-313E698D5F08}"/>
          </ac:spMkLst>
        </pc:spChg>
        <pc:graphicFrameChg chg="add mod">
          <ac:chgData name="Milla Englert" userId="77d9f0fddd2b8c15" providerId="LiveId" clId="{A5E6149D-1709-4C61-B9E6-CA7CD0FB4500}" dt="2026-03-31T09:59:03.298" v="5426"/>
          <ac:graphicFrameMkLst>
            <pc:docMk/>
            <pc:sldMk cId="643777997" sldId="266"/>
            <ac:graphicFrameMk id="5" creationId="{D22E6FF5-5592-4189-9181-D36B17F9B38F}"/>
          </ac:graphicFrameMkLst>
        </pc:graphicFrameChg>
      </pc:sldChg>
      <pc:sldChg chg="modSp add del mod">
        <pc:chgData name="Milla Englert" userId="77d9f0fddd2b8c15" providerId="LiveId" clId="{A5E6149D-1709-4C61-B9E6-CA7CD0FB4500}" dt="2026-03-30T18:10:26.723" v="5425" actId="20577"/>
        <pc:sldMkLst>
          <pc:docMk/>
          <pc:sldMk cId="3604630649" sldId="267"/>
        </pc:sldMkLst>
        <pc:spChg chg="mod">
          <ac:chgData name="Milla Englert" userId="77d9f0fddd2b8c15" providerId="LiveId" clId="{A5E6149D-1709-4C61-B9E6-CA7CD0FB4500}" dt="2026-03-30T18:10:26.723" v="5425" actId="20577"/>
          <ac:spMkLst>
            <pc:docMk/>
            <pc:sldMk cId="3604630649" sldId="267"/>
            <ac:spMk id="2" creationId="{D1FC59F6-9B22-C211-4B4C-A2FD4B914C46}"/>
          </ac:spMkLst>
        </pc:spChg>
      </pc:sldChg>
      <pc:sldChg chg="modSp mod modClrScheme chgLayout">
        <pc:chgData name="Milla Englert" userId="77d9f0fddd2b8c15" providerId="LiveId" clId="{A5E6149D-1709-4C61-B9E6-CA7CD0FB4500}" dt="2026-03-30T15:23:38.315" v="3127" actId="5793"/>
        <pc:sldMkLst>
          <pc:docMk/>
          <pc:sldMk cId="4259977132" sldId="268"/>
        </pc:sldMkLst>
        <pc:spChg chg="mod">
          <ac:chgData name="Milla Englert" userId="77d9f0fddd2b8c15" providerId="LiveId" clId="{A5E6149D-1709-4C61-B9E6-CA7CD0FB4500}" dt="2026-03-30T15:23:38.315" v="3127" actId="5793"/>
          <ac:spMkLst>
            <pc:docMk/>
            <pc:sldMk cId="4259977132" sldId="268"/>
            <ac:spMk id="2" creationId="{B7545968-70F7-0180-6448-3547E442EF4A}"/>
          </ac:spMkLst>
        </pc:spChg>
        <pc:spChg chg="mod">
          <ac:chgData name="Milla Englert" userId="77d9f0fddd2b8c15" providerId="LiveId" clId="{A5E6149D-1709-4C61-B9E6-CA7CD0FB4500}" dt="2026-03-30T15:23:18.697" v="3123" actId="113"/>
          <ac:spMkLst>
            <pc:docMk/>
            <pc:sldMk cId="4259977132" sldId="268"/>
            <ac:spMk id="8" creationId="{215CE58D-2739-522B-7C3A-6A7C985360C0}"/>
          </ac:spMkLst>
        </pc:spChg>
        <pc:graphicFrameChg chg="mod modGraphic">
          <ac:chgData name="Milla Englert" userId="77d9f0fddd2b8c15" providerId="LiveId" clId="{A5E6149D-1709-4C61-B9E6-CA7CD0FB4500}" dt="2026-03-30T12:22:05.037" v="916" actId="1076"/>
          <ac:graphicFrameMkLst>
            <pc:docMk/>
            <pc:sldMk cId="4259977132" sldId="268"/>
            <ac:graphicFrameMk id="3" creationId="{B20B0B18-4396-F037-6C24-F75EAFC0EC9D}"/>
          </ac:graphicFrameMkLst>
        </pc:graphicFrameChg>
      </pc:sldChg>
      <pc:sldChg chg="modSp mod">
        <pc:chgData name="Milla Englert" userId="77d9f0fddd2b8c15" providerId="LiveId" clId="{A5E6149D-1709-4C61-B9E6-CA7CD0FB4500}" dt="2026-03-30T15:31:56.430" v="3306" actId="20577"/>
        <pc:sldMkLst>
          <pc:docMk/>
          <pc:sldMk cId="855215445" sldId="325"/>
        </pc:sldMkLst>
        <pc:spChg chg="mod">
          <ac:chgData name="Milla Englert" userId="77d9f0fddd2b8c15" providerId="LiveId" clId="{A5E6149D-1709-4C61-B9E6-CA7CD0FB4500}" dt="2026-03-30T15:31:56.430" v="3306" actId="20577"/>
          <ac:spMkLst>
            <pc:docMk/>
            <pc:sldMk cId="855215445" sldId="325"/>
            <ac:spMk id="2" creationId="{A1307D8B-2864-21B6-1CE1-B605F29281C5}"/>
          </ac:spMkLst>
        </pc:spChg>
        <pc:spChg chg="mod">
          <ac:chgData name="Milla Englert" userId="77d9f0fddd2b8c15" providerId="LiveId" clId="{A5E6149D-1709-4C61-B9E6-CA7CD0FB4500}" dt="2026-03-30T12:10:13.935" v="502" actId="20577"/>
          <ac:spMkLst>
            <pc:docMk/>
            <pc:sldMk cId="855215445" sldId="325"/>
            <ac:spMk id="4" creationId="{305E10E9-9AB7-0642-D4C4-DDFDAB7B5B2C}"/>
          </ac:spMkLst>
        </pc:spChg>
      </pc:sldChg>
      <pc:sldChg chg="addSp delSp modSp mod modClrScheme chgLayout">
        <pc:chgData name="Milla Englert" userId="77d9f0fddd2b8c15" providerId="LiveId" clId="{A5E6149D-1709-4C61-B9E6-CA7CD0FB4500}" dt="2026-03-31T10:04:18.901" v="5435" actId="1076"/>
        <pc:sldMkLst>
          <pc:docMk/>
          <pc:sldMk cId="2910866480" sldId="326"/>
        </pc:sldMkLst>
        <pc:spChg chg="mod">
          <ac:chgData name="Milla Englert" userId="77d9f0fddd2b8c15" providerId="LiveId" clId="{A5E6149D-1709-4C61-B9E6-CA7CD0FB4500}" dt="2026-03-30T17:22:56.141" v="5345" actId="14100"/>
          <ac:spMkLst>
            <pc:docMk/>
            <pc:sldMk cId="2910866480" sldId="326"/>
            <ac:spMk id="2" creationId="{9A3EB422-1287-FCEB-63CE-599FDC8468D8}"/>
          </ac:spMkLst>
        </pc:spChg>
        <pc:spChg chg="mod ord">
          <ac:chgData name="Milla Englert" userId="77d9f0fddd2b8c15" providerId="LiveId" clId="{A5E6149D-1709-4C61-B9E6-CA7CD0FB4500}" dt="2026-03-30T17:24:00.621" v="5370" actId="20577"/>
          <ac:spMkLst>
            <pc:docMk/>
            <pc:sldMk cId="2910866480" sldId="326"/>
            <ac:spMk id="3" creationId="{4D038CD2-9585-7E51-5359-D52935A77DF0}"/>
          </ac:spMkLst>
        </pc:spChg>
        <pc:spChg chg="add del mod">
          <ac:chgData name="Milla Englert" userId="77d9f0fddd2b8c15" providerId="LiveId" clId="{A5E6149D-1709-4C61-B9E6-CA7CD0FB4500}" dt="2026-03-30T12:15:41.687" v="699"/>
          <ac:spMkLst>
            <pc:docMk/>
            <pc:sldMk cId="2910866480" sldId="326"/>
            <ac:spMk id="5" creationId="{1C1B8794-4468-A7E2-5D41-8B00DAD6D5D9}"/>
          </ac:spMkLst>
        </pc:spChg>
        <pc:spChg chg="add del mod">
          <ac:chgData name="Milla Englert" userId="77d9f0fddd2b8c15" providerId="LiveId" clId="{A5E6149D-1709-4C61-B9E6-CA7CD0FB4500}" dt="2026-03-30T17:21:11.291" v="5336" actId="478"/>
          <ac:spMkLst>
            <pc:docMk/>
            <pc:sldMk cId="2910866480" sldId="326"/>
            <ac:spMk id="15" creationId="{7272654C-45D9-789A-B192-2BBCD784697D}"/>
          </ac:spMkLst>
        </pc:spChg>
        <pc:graphicFrameChg chg="add mod">
          <ac:chgData name="Milla Englert" userId="77d9f0fddd2b8c15" providerId="LiveId" clId="{A5E6149D-1709-4C61-B9E6-CA7CD0FB4500}" dt="2026-03-30T14:43:09.965" v="1720" actId="1957"/>
          <ac:graphicFrameMkLst>
            <pc:docMk/>
            <pc:sldMk cId="2910866480" sldId="326"/>
            <ac:graphicFrameMk id="10" creationId="{AF60F8F3-0F36-51BE-23CC-E736E17F32AC}"/>
          </ac:graphicFrameMkLst>
        </pc:graphicFrameChg>
        <pc:picChg chg="add del mod">
          <ac:chgData name="Milla Englert" userId="77d9f0fddd2b8c15" providerId="LiveId" clId="{A5E6149D-1709-4C61-B9E6-CA7CD0FB4500}" dt="2026-03-30T17:20:22.276" v="5329" actId="478"/>
          <ac:picMkLst>
            <pc:docMk/>
            <pc:sldMk cId="2910866480" sldId="326"/>
            <ac:picMk id="6" creationId="{362631EB-23D6-C900-2735-5C93F19CC6BD}"/>
          </ac:picMkLst>
        </pc:picChg>
        <pc:picChg chg="del">
          <ac:chgData name="Milla Englert" userId="77d9f0fddd2b8c15" providerId="LiveId" clId="{A5E6149D-1709-4C61-B9E6-CA7CD0FB4500}" dt="2026-03-30T12:14:01.559" v="697" actId="478"/>
          <ac:picMkLst>
            <pc:docMk/>
            <pc:sldMk cId="2910866480" sldId="326"/>
            <ac:picMk id="8" creationId="{9DA934D8-2609-4227-78DF-CF8F07A2F9C7}"/>
          </ac:picMkLst>
        </pc:picChg>
        <pc:picChg chg="add">
          <ac:chgData name="Milla Englert" userId="77d9f0fddd2b8c15" providerId="LiveId" clId="{A5E6149D-1709-4C61-B9E6-CA7CD0FB4500}" dt="2026-03-30T14:52:50.362" v="1765"/>
          <ac:picMkLst>
            <pc:docMk/>
            <pc:sldMk cId="2910866480" sldId="326"/>
            <ac:picMk id="11" creationId="{CD63AE7F-28BD-801C-275D-C759FE7B25D7}"/>
          </ac:picMkLst>
        </pc:picChg>
        <pc:picChg chg="add del mod">
          <ac:chgData name="Milla Englert" userId="77d9f0fddd2b8c15" providerId="LiveId" clId="{A5E6149D-1709-4C61-B9E6-CA7CD0FB4500}" dt="2026-03-31T10:04:03.910" v="5432" actId="478"/>
          <ac:picMkLst>
            <pc:docMk/>
            <pc:sldMk cId="2910866480" sldId="326"/>
            <ac:picMk id="16" creationId="{CA4E92A3-E5EB-BF64-DA40-E00E9E5659DD}"/>
          </ac:picMkLst>
        </pc:picChg>
        <pc:picChg chg="add mod">
          <ac:chgData name="Milla Englert" userId="77d9f0fddd2b8c15" providerId="LiveId" clId="{A5E6149D-1709-4C61-B9E6-CA7CD0FB4500}" dt="2026-03-31T10:04:18.901" v="5435" actId="1076"/>
          <ac:picMkLst>
            <pc:docMk/>
            <pc:sldMk cId="2910866480" sldId="326"/>
            <ac:picMk id="18" creationId="{38E364A2-6F33-39B3-F451-8A80EA2BE78F}"/>
          </ac:picMkLst>
        </pc:picChg>
        <pc:picChg chg="add del mod">
          <ac:chgData name="Milla Englert" userId="77d9f0fddd2b8c15" providerId="LiveId" clId="{A5E6149D-1709-4C61-B9E6-CA7CD0FB4500}" dt="2026-03-31T10:04:10.471" v="5433" actId="478"/>
          <ac:picMkLst>
            <pc:docMk/>
            <pc:sldMk cId="2910866480" sldId="326"/>
            <ac:picMk id="20" creationId="{0297B6E2-F04B-B3E3-C5E4-744ACAA097D0}"/>
          </ac:picMkLst>
        </pc:picChg>
      </pc:sldChg>
      <pc:sldChg chg="add del">
        <pc:chgData name="Milla Englert" userId="77d9f0fddd2b8c15" providerId="LiveId" clId="{A5E6149D-1709-4C61-B9E6-CA7CD0FB4500}" dt="2026-03-30T14:47:30.116" v="1731" actId="2696"/>
        <pc:sldMkLst>
          <pc:docMk/>
          <pc:sldMk cId="487522735" sldId="340"/>
        </pc:sldMkLst>
      </pc:sldChg>
      <pc:sldChg chg="add del">
        <pc:chgData name="Milla Englert" userId="77d9f0fddd2b8c15" providerId="LiveId" clId="{A5E6149D-1709-4C61-B9E6-CA7CD0FB4500}" dt="2026-03-30T14:53:22.584" v="1769" actId="2696"/>
        <pc:sldMkLst>
          <pc:docMk/>
          <pc:sldMk cId="2452268035" sldId="341"/>
        </pc:sldMkLst>
      </pc:sldChg>
      <pc:sldChg chg="addSp delSp modSp new mod chgLayout">
        <pc:chgData name="Milla Englert" userId="77d9f0fddd2b8c15" providerId="LiveId" clId="{A5E6149D-1709-4C61-B9E6-CA7CD0FB4500}" dt="2026-03-30T16:49:55.873" v="5201" actId="113"/>
        <pc:sldMkLst>
          <pc:docMk/>
          <pc:sldMk cId="2951774154" sldId="342"/>
        </pc:sldMkLst>
        <pc:spChg chg="mod ord">
          <ac:chgData name="Milla Englert" userId="77d9f0fddd2b8c15" providerId="LiveId" clId="{A5E6149D-1709-4C61-B9E6-CA7CD0FB4500}" dt="2026-03-30T13:28:25.200" v="1408" actId="700"/>
          <ac:spMkLst>
            <pc:docMk/>
            <pc:sldMk cId="2951774154" sldId="342"/>
            <ac:spMk id="2" creationId="{2876800D-3531-9746-C451-9FF8B4094AE2}"/>
          </ac:spMkLst>
        </pc:spChg>
        <pc:spChg chg="del">
          <ac:chgData name="Milla Englert" userId="77d9f0fddd2b8c15" providerId="LiveId" clId="{A5E6149D-1709-4C61-B9E6-CA7CD0FB4500}" dt="2026-03-30T13:20:50.943" v="1384" actId="478"/>
          <ac:spMkLst>
            <pc:docMk/>
            <pc:sldMk cId="2951774154" sldId="342"/>
            <ac:spMk id="3" creationId="{7C21619B-2FB9-DF1D-C1B7-3F8385C129E4}"/>
          </ac:spMkLst>
        </pc:spChg>
        <pc:spChg chg="del">
          <ac:chgData name="Milla Englert" userId="77d9f0fddd2b8c15" providerId="LiveId" clId="{A5E6149D-1709-4C61-B9E6-CA7CD0FB4500}" dt="2026-03-30T13:20:15.590" v="1383" actId="1957"/>
          <ac:spMkLst>
            <pc:docMk/>
            <pc:sldMk cId="2951774154" sldId="342"/>
            <ac:spMk id="4" creationId="{D616EEEA-4DF9-265E-B7ED-2355F014ACE2}"/>
          </ac:spMkLst>
        </pc:spChg>
        <pc:spChg chg="add del mod ord">
          <ac:chgData name="Milla Englert" userId="77d9f0fddd2b8c15" providerId="LiveId" clId="{A5E6149D-1709-4C61-B9E6-CA7CD0FB4500}" dt="2026-03-30T13:28:25.200" v="1408" actId="700"/>
          <ac:spMkLst>
            <pc:docMk/>
            <pc:sldMk cId="2951774154" sldId="342"/>
            <ac:spMk id="9" creationId="{63BEBCE3-7146-4ECA-7A46-FB858A5548EB}"/>
          </ac:spMkLst>
        </pc:spChg>
        <pc:spChg chg="add mod">
          <ac:chgData name="Milla Englert" userId="77d9f0fddd2b8c15" providerId="LiveId" clId="{A5E6149D-1709-4C61-B9E6-CA7CD0FB4500}" dt="2026-03-30T16:49:55.873" v="5201" actId="113"/>
          <ac:spMkLst>
            <pc:docMk/>
            <pc:sldMk cId="2951774154" sldId="342"/>
            <ac:spMk id="12" creationId="{67B45F18-A797-285A-5064-4B3B1002868E}"/>
          </ac:spMkLst>
        </pc:spChg>
        <pc:graphicFrameChg chg="add mod ord">
          <ac:chgData name="Milla Englert" userId="77d9f0fddd2b8c15" providerId="LiveId" clId="{A5E6149D-1709-4C61-B9E6-CA7CD0FB4500}" dt="2026-03-30T16:23:19.465" v="4497" actId="20577"/>
          <ac:graphicFrameMkLst>
            <pc:docMk/>
            <pc:sldMk cId="2951774154" sldId="342"/>
            <ac:graphicFrameMk id="7" creationId="{D99E8FEC-6A31-BC3B-4932-23E419F763EE}"/>
          </ac:graphicFrameMkLst>
        </pc:graphicFrameChg>
        <pc:picChg chg="add mod">
          <ac:chgData name="Milla Englert" userId="77d9f0fddd2b8c15" providerId="LiveId" clId="{A5E6149D-1709-4C61-B9E6-CA7CD0FB4500}" dt="2026-03-30T13:22:58.229" v="1394" actId="1076"/>
          <ac:picMkLst>
            <pc:docMk/>
            <pc:sldMk cId="2951774154" sldId="342"/>
            <ac:picMk id="8" creationId="{05850301-3665-E705-389B-7C47B0C758B9}"/>
          </ac:picMkLst>
        </pc:picChg>
        <pc:picChg chg="add del mod">
          <ac:chgData name="Milla Englert" userId="77d9f0fddd2b8c15" providerId="LiveId" clId="{A5E6149D-1709-4C61-B9E6-CA7CD0FB4500}" dt="2026-03-30T13:31:18.387" v="1426" actId="478"/>
          <ac:picMkLst>
            <pc:docMk/>
            <pc:sldMk cId="2951774154" sldId="342"/>
            <ac:picMk id="11" creationId="{D2B316DA-74BA-2CC4-C871-80E76E70D0C5}"/>
          </ac:picMkLst>
        </pc:picChg>
      </pc:sldChg>
      <pc:sldChg chg="addSp delSp modSp new mod ord setBg">
        <pc:chgData name="Milla Englert" userId="77d9f0fddd2b8c15" providerId="LiveId" clId="{A5E6149D-1709-4C61-B9E6-CA7CD0FB4500}" dt="2026-03-30T18:05:51.850" v="5397" actId="20577"/>
        <pc:sldMkLst>
          <pc:docMk/>
          <pc:sldMk cId="1552102859" sldId="343"/>
        </pc:sldMkLst>
        <pc:spChg chg="mod">
          <ac:chgData name="Milla Englert" userId="77d9f0fddd2b8c15" providerId="LiveId" clId="{A5E6149D-1709-4C61-B9E6-CA7CD0FB4500}" dt="2026-03-30T13:38:19.626" v="1566" actId="255"/>
          <ac:spMkLst>
            <pc:docMk/>
            <pc:sldMk cId="1552102859" sldId="343"/>
            <ac:spMk id="2" creationId="{321DEC92-CFD1-D45D-0B6E-6C801D0B7C94}"/>
          </ac:spMkLst>
        </pc:spChg>
        <pc:spChg chg="del">
          <ac:chgData name="Milla Englert" userId="77d9f0fddd2b8c15" providerId="LiveId" clId="{A5E6149D-1709-4C61-B9E6-CA7CD0FB4500}" dt="2026-03-30T13:35:20.392" v="1517" actId="478"/>
          <ac:spMkLst>
            <pc:docMk/>
            <pc:sldMk cId="1552102859" sldId="343"/>
            <ac:spMk id="3" creationId="{1F2445EB-2521-6A74-A859-7A1335091A59}"/>
          </ac:spMkLst>
        </pc:spChg>
        <pc:spChg chg="mod">
          <ac:chgData name="Milla Englert" userId="77d9f0fddd2b8c15" providerId="LiveId" clId="{A5E6149D-1709-4C61-B9E6-CA7CD0FB4500}" dt="2026-03-30T18:05:51.850" v="5397" actId="20577"/>
          <ac:spMkLst>
            <pc:docMk/>
            <pc:sldMk cId="1552102859" sldId="343"/>
            <ac:spMk id="4" creationId="{A46F14DF-1338-0576-7D73-983A96ECB0CD}"/>
          </ac:spMkLst>
        </pc:spChg>
        <pc:graphicFrameChg chg="add mod">
          <ac:chgData name="Milla Englert" userId="77d9f0fddd2b8c15" providerId="LiveId" clId="{A5E6149D-1709-4C61-B9E6-CA7CD0FB4500}" dt="2026-03-30T13:36:09.490" v="1534" actId="1076"/>
          <ac:graphicFrameMkLst>
            <pc:docMk/>
            <pc:sldMk cId="1552102859" sldId="343"/>
            <ac:graphicFrameMk id="7" creationId="{25B139F2-A01A-874F-E75E-579F060F6B9C}"/>
          </ac:graphicFrameMkLst>
        </pc:graphicFrameChg>
      </pc:sldChg>
      <pc:sldChg chg="addSp delSp modSp new mod">
        <pc:chgData name="Milla Englert" userId="77d9f0fddd2b8c15" providerId="LiveId" clId="{A5E6149D-1709-4C61-B9E6-CA7CD0FB4500}" dt="2026-03-30T16:50:48.799" v="5209" actId="20577"/>
        <pc:sldMkLst>
          <pc:docMk/>
          <pc:sldMk cId="3089619912" sldId="344"/>
        </pc:sldMkLst>
        <pc:spChg chg="mod">
          <ac:chgData name="Milla Englert" userId="77d9f0fddd2b8c15" providerId="LiveId" clId="{A5E6149D-1709-4C61-B9E6-CA7CD0FB4500}" dt="2026-03-30T13:51:12.334" v="1672" actId="20577"/>
          <ac:spMkLst>
            <pc:docMk/>
            <pc:sldMk cId="3089619912" sldId="344"/>
            <ac:spMk id="2" creationId="{35EE1A66-DAEA-F91A-5702-0B88718C5D67}"/>
          </ac:spMkLst>
        </pc:spChg>
        <pc:spChg chg="add del">
          <ac:chgData name="Milla Englert" userId="77d9f0fddd2b8c15" providerId="LiveId" clId="{A5E6149D-1709-4C61-B9E6-CA7CD0FB4500}" dt="2026-03-30T13:51:01.041" v="1669" actId="478"/>
          <ac:spMkLst>
            <pc:docMk/>
            <pc:sldMk cId="3089619912" sldId="344"/>
            <ac:spMk id="3" creationId="{B1824A73-2758-7B93-F267-6CB6D1AECB98}"/>
          </ac:spMkLst>
        </pc:spChg>
        <pc:spChg chg="add del mod">
          <ac:chgData name="Milla Englert" userId="77d9f0fddd2b8c15" providerId="LiveId" clId="{A5E6149D-1709-4C61-B9E6-CA7CD0FB4500}" dt="2026-03-30T16:50:48.799" v="5209" actId="20577"/>
          <ac:spMkLst>
            <pc:docMk/>
            <pc:sldMk cId="3089619912" sldId="344"/>
            <ac:spMk id="4" creationId="{D12CEDD7-EE31-1587-52FD-F397EAA1A6E6}"/>
          </ac:spMkLst>
        </pc:spChg>
        <pc:graphicFrameChg chg="add mod">
          <ac:chgData name="Milla Englert" userId="77d9f0fddd2b8c15" providerId="LiveId" clId="{A5E6149D-1709-4C61-B9E6-CA7CD0FB4500}" dt="2026-03-30T13:49:59.274" v="1604" actId="1957"/>
          <ac:graphicFrameMkLst>
            <pc:docMk/>
            <pc:sldMk cId="3089619912" sldId="344"/>
            <ac:graphicFrameMk id="7" creationId="{F9C42284-3F77-F6C6-DFC0-EF907E0F4031}"/>
          </ac:graphicFrameMkLst>
        </pc:graphicFrameChg>
        <pc:graphicFrameChg chg="add mod">
          <ac:chgData name="Milla Englert" userId="77d9f0fddd2b8c15" providerId="LiveId" clId="{A5E6149D-1709-4C61-B9E6-CA7CD0FB4500}" dt="2026-03-30T16:09:00.538" v="3873" actId="20577"/>
          <ac:graphicFrameMkLst>
            <pc:docMk/>
            <pc:sldMk cId="3089619912" sldId="344"/>
            <ac:graphicFrameMk id="11" creationId="{6D4C122B-3F96-04E7-BE86-8B74EE44A9A8}"/>
          </ac:graphicFrameMkLst>
        </pc:graphicFrameChg>
        <pc:picChg chg="add del">
          <ac:chgData name="Milla Englert" userId="77d9f0fddd2b8c15" providerId="LiveId" clId="{A5E6149D-1709-4C61-B9E6-CA7CD0FB4500}" dt="2026-03-30T13:51:06.939" v="1671" actId="478"/>
          <ac:picMkLst>
            <pc:docMk/>
            <pc:sldMk cId="3089619912" sldId="344"/>
            <ac:picMk id="8" creationId="{B1FB84CE-F0B7-BC66-D53C-93BB3F26691E}"/>
          </ac:picMkLst>
        </pc:picChg>
      </pc:sldChg>
      <pc:sldChg chg="addSp delSp modSp add mod">
        <pc:chgData name="Milla Englert" userId="77d9f0fddd2b8c15" providerId="LiveId" clId="{A5E6149D-1709-4C61-B9E6-CA7CD0FB4500}" dt="2026-03-30T16:51:17.163" v="5211" actId="20577"/>
        <pc:sldMkLst>
          <pc:docMk/>
          <pc:sldMk cId="422378435" sldId="345"/>
        </pc:sldMkLst>
        <pc:spChg chg="mod">
          <ac:chgData name="Milla Englert" userId="77d9f0fddd2b8c15" providerId="LiveId" clId="{A5E6149D-1709-4C61-B9E6-CA7CD0FB4500}" dt="2026-03-30T13:52:06.400" v="1695" actId="20577"/>
          <ac:spMkLst>
            <pc:docMk/>
            <pc:sldMk cId="422378435" sldId="345"/>
            <ac:spMk id="2" creationId="{78816E01-9D5A-EE0D-05E7-C1F8091A943C}"/>
          </ac:spMkLst>
        </pc:spChg>
        <pc:spChg chg="del">
          <ac:chgData name="Milla Englert" userId="77d9f0fddd2b8c15" providerId="LiveId" clId="{A5E6149D-1709-4C61-B9E6-CA7CD0FB4500}" dt="2026-03-30T13:52:19.612" v="1705" actId="478"/>
          <ac:spMkLst>
            <pc:docMk/>
            <pc:sldMk cId="422378435" sldId="345"/>
            <ac:spMk id="3" creationId="{F89967E6-7110-EAF3-A54C-1B3CA827600D}"/>
          </ac:spMkLst>
        </pc:spChg>
        <pc:spChg chg="mod">
          <ac:chgData name="Milla Englert" userId="77d9f0fddd2b8c15" providerId="LiveId" clId="{A5E6149D-1709-4C61-B9E6-CA7CD0FB4500}" dt="2026-03-30T16:51:17.163" v="5211" actId="20577"/>
          <ac:spMkLst>
            <pc:docMk/>
            <pc:sldMk cId="422378435" sldId="345"/>
            <ac:spMk id="4" creationId="{B08D8D2F-76A0-CF34-75EA-660D197A7B1C}"/>
          </ac:spMkLst>
        </pc:spChg>
        <pc:graphicFrameChg chg="add mod">
          <ac:chgData name="Milla Englert" userId="77d9f0fddd2b8c15" providerId="LiveId" clId="{A5E6149D-1709-4C61-B9E6-CA7CD0FB4500}" dt="2026-03-30T16:24:42.216" v="4510" actId="20577"/>
          <ac:graphicFrameMkLst>
            <pc:docMk/>
            <pc:sldMk cId="422378435" sldId="345"/>
            <ac:graphicFrameMk id="7" creationId="{8470E9E9-D8E2-A0C3-6493-18AFB8877126}"/>
          </ac:graphicFrameMkLst>
        </pc:graphicFrameChg>
      </pc:sldChg>
      <pc:sldChg chg="modSp new mod">
        <pc:chgData name="Milla Englert" userId="77d9f0fddd2b8c15" providerId="LiveId" clId="{A5E6149D-1709-4C61-B9E6-CA7CD0FB4500}" dt="2026-03-30T15:31:23.200" v="3301" actId="14100"/>
        <pc:sldMkLst>
          <pc:docMk/>
          <pc:sldMk cId="3703631058" sldId="346"/>
        </pc:sldMkLst>
        <pc:spChg chg="mod">
          <ac:chgData name="Milla Englert" userId="77d9f0fddd2b8c15" providerId="LiveId" clId="{A5E6149D-1709-4C61-B9E6-CA7CD0FB4500}" dt="2026-03-30T15:31:14.332" v="3300" actId="20577"/>
          <ac:spMkLst>
            <pc:docMk/>
            <pc:sldMk cId="3703631058" sldId="346"/>
            <ac:spMk id="2" creationId="{E0ABDC37-55BB-A3CA-F67C-015F5E6FFB91}"/>
          </ac:spMkLst>
        </pc:spChg>
        <pc:spChg chg="mod">
          <ac:chgData name="Milla Englert" userId="77d9f0fddd2b8c15" providerId="LiveId" clId="{A5E6149D-1709-4C61-B9E6-CA7CD0FB4500}" dt="2026-03-30T15:31:23.200" v="3301" actId="14100"/>
          <ac:spMkLst>
            <pc:docMk/>
            <pc:sldMk cId="3703631058" sldId="346"/>
            <ac:spMk id="3" creationId="{4CFD07A9-DBB5-3EE7-CB09-6E218AB563C6}"/>
          </ac:spMkLst>
        </pc:spChg>
      </pc:sldChg>
      <pc:sldChg chg="new del">
        <pc:chgData name="Milla Englert" userId="77d9f0fddd2b8c15" providerId="LiveId" clId="{A5E6149D-1709-4C61-B9E6-CA7CD0FB4500}" dt="2026-03-30T18:06:29.269" v="5399" actId="2696"/>
        <pc:sldMkLst>
          <pc:docMk/>
          <pc:sldMk cId="1593911534" sldId="34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/>
              <a:t>Titel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4F-4068-8DF5-253048CE3D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4F-4068-8DF5-253048CE3D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4F-4068-8DF5-253048CE3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10024064"/>
        <c:axId val="1610024544"/>
      </c:barChart>
      <c:catAx>
        <c:axId val="1610024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0024544"/>
        <c:crosses val="autoZero"/>
        <c:auto val="1"/>
        <c:lblAlgn val="ctr"/>
        <c:lblOffset val="100"/>
        <c:noMultiLvlLbl val="0"/>
      </c:catAx>
      <c:valAx>
        <c:axId val="1610024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10024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/>
              <a:t>Titel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86-460E-A4D7-417B621A47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86-460E-A4D7-417B621A47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86-460E-A4D7-417B621A47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98415263"/>
        <c:axId val="1498399903"/>
      </c:barChart>
      <c:catAx>
        <c:axId val="1498415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98399903"/>
        <c:crosses val="autoZero"/>
        <c:auto val="1"/>
        <c:lblAlgn val="ctr"/>
        <c:lblOffset val="100"/>
        <c:noMultiLvlLbl val="0"/>
      </c:catAx>
      <c:valAx>
        <c:axId val="149839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98415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/>
              <a:t>Titel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FE-4ED5-8365-38E30A0874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FE-4ED5-8365-38E30A0874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3FE-4ED5-8365-38E30A0874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8987679"/>
        <c:axId val="118977119"/>
      </c:lineChart>
      <c:catAx>
        <c:axId val="118987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8977119"/>
        <c:crosses val="autoZero"/>
        <c:auto val="1"/>
        <c:lblAlgn val="ctr"/>
        <c:lblOffset val="100"/>
        <c:noMultiLvlLbl val="0"/>
      </c:catAx>
      <c:valAx>
        <c:axId val="118977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8987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022-4630-A5D6-4ED458204F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9650912"/>
        <c:axId val="2069651392"/>
      </c:scatterChart>
      <c:valAx>
        <c:axId val="20696509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69651392"/>
        <c:crosses val="autoZero"/>
        <c:crossBetween val="midCat"/>
      </c:valAx>
      <c:valAx>
        <c:axId val="2069651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696509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Thema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E9-45FB-9BB8-C24CF643A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hProcess11" loCatId="process" qsTypeId="urn:microsoft.com/office/officeart/2005/8/quickstyle/simple1" qsCatId="simple" csTypeId="urn:microsoft.com/office/officeart/2005/8/colors/accent1_1" csCatId="accent1" phldr="1"/>
      <dgm:spPr/>
      <dgm:t>
        <a:bodyPr rtlCol="0"/>
        <a:lstStyle/>
        <a:p>
          <a:pPr rtl="0"/>
          <a:endParaRPr lang="en-US"/>
        </a:p>
      </dgm:t>
    </dgm:pt>
    <dgm:pt modelId="{45D50368-372D-4F79-95B9-B27BD239F0F6}">
      <dgm:prSet phldrT="[Text]" custT="1"/>
      <dgm:spPr/>
      <dgm:t>
        <a:bodyPr rtlCol="0"/>
        <a:lstStyle/>
        <a:p>
          <a:pPr marL="0" algn="ctr" rtl="0">
            <a:buNone/>
          </a:pPr>
          <a:endParaRPr lang="de" sz="1800" b="1" dirty="0"/>
        </a:p>
        <a:p>
          <a:pPr marL="0" algn="ctr" rtl="0">
            <a:buNone/>
          </a:pPr>
          <a:endParaRPr lang="de" sz="1800" b="1" dirty="0"/>
        </a:p>
        <a:p>
          <a:pPr marL="0" algn="ctr" rtl="0">
            <a:buNone/>
          </a:pPr>
          <a:r>
            <a:rPr lang="de" sz="1800" b="1" dirty="0"/>
            <a:t>Erweitern: wie lange braucht man eventuell dafür? </a:t>
          </a:r>
        </a:p>
      </dgm:t>
    </dgm:pt>
    <dgm:pt modelId="{CDE1A78B-2AE4-4A71-9139-416C219BC84D}" type="parTrans" cxnId="{68788A78-9180-41FF-BD09-BF4DBB52EA0D}">
      <dgm:prSet/>
      <dgm:spPr/>
      <dgm:t>
        <a:bodyPr rtlCol="0"/>
        <a:lstStyle/>
        <a:p>
          <a:pPr rtl="0"/>
          <a:endParaRPr lang="en-US"/>
        </a:p>
      </dgm:t>
    </dgm:pt>
    <dgm:pt modelId="{508ABF25-4B40-405C-9E88-248ED8B31B83}" type="sibTrans" cxnId="{68788A78-9180-41FF-BD09-BF4DBB52EA0D}">
      <dgm:prSet/>
      <dgm:spPr/>
      <dgm:t>
        <a:bodyPr rtlCol="0"/>
        <a:lstStyle/>
        <a:p>
          <a:pPr rtl="0"/>
          <a:endParaRPr lang="en-US"/>
        </a:p>
      </dgm:t>
    </dgm:pt>
    <dgm:pt modelId="{15FCB7DF-D0D3-43D8-8FE5-E5FFDED6264E}">
      <dgm:prSet phldrT="[Text]" custT="1"/>
      <dgm:spPr/>
      <dgm:t>
        <a:bodyPr rtlCol="0"/>
        <a:lstStyle/>
        <a:p>
          <a:pPr marL="228600" indent="-228600" algn="ctr" rtl="0">
            <a:buSzPct val="80000"/>
            <a:buFont typeface="Courier New" panose="02070309020205020404" pitchFamily="49" charset="0"/>
            <a:buChar char="o"/>
          </a:pPr>
          <a:r>
            <a:rPr lang="de" sz="1800" dirty="0"/>
            <a:t>Jahr – Zeitraum festlegen</a:t>
          </a:r>
        </a:p>
      </dgm:t>
    </dgm:pt>
    <dgm:pt modelId="{5DD5E854-B70B-4927-93DD-9B930567F2D9}" type="parTrans" cxnId="{D8EBBD42-214D-4D3D-9A34-A5A6A40991CD}">
      <dgm:prSet/>
      <dgm:spPr/>
      <dgm:t>
        <a:bodyPr rtlCol="0"/>
        <a:lstStyle/>
        <a:p>
          <a:pPr rtl="0"/>
          <a:endParaRPr lang="en-US"/>
        </a:p>
      </dgm:t>
    </dgm:pt>
    <dgm:pt modelId="{DDE76206-3F7F-4788-87BA-8C9D4D26CDB9}" type="sibTrans" cxnId="{D8EBBD42-214D-4D3D-9A34-A5A6A40991CD}">
      <dgm:prSet/>
      <dgm:spPr/>
      <dgm:t>
        <a:bodyPr rtlCol="0"/>
        <a:lstStyle/>
        <a:p>
          <a:pPr rtl="0"/>
          <a:endParaRPr lang="en-US"/>
        </a:p>
      </dgm:t>
    </dgm:pt>
    <dgm:pt modelId="{196543C5-093B-4437-B406-DBE4B882EA97}">
      <dgm:prSet phldrT="[Text]" custT="1"/>
      <dgm:spPr/>
      <dgm:t>
        <a:bodyPr rtlCol="0"/>
        <a:lstStyle/>
        <a:p>
          <a:pPr marL="0" algn="ctr" rtl="0">
            <a:buNone/>
          </a:pPr>
          <a:r>
            <a:rPr lang="de" sz="1800" b="1" dirty="0"/>
            <a:t>Verbessern</a:t>
          </a:r>
        </a:p>
      </dgm:t>
    </dgm:pt>
    <dgm:pt modelId="{41DE1F19-4A9F-48CD-A44E-6BF1D04E31EE}" type="parTrans" cxnId="{52499B9F-797A-43CC-89E1-64C52021BFAF}">
      <dgm:prSet/>
      <dgm:spPr/>
      <dgm:t>
        <a:bodyPr rtlCol="0"/>
        <a:lstStyle/>
        <a:p>
          <a:pPr rtl="0"/>
          <a:endParaRPr lang="en-US"/>
        </a:p>
      </dgm:t>
    </dgm:pt>
    <dgm:pt modelId="{F264F018-7FB9-43EC-B595-B986D351AD7B}" type="sibTrans" cxnId="{52499B9F-797A-43CC-89E1-64C52021BFAF}">
      <dgm:prSet/>
      <dgm:spPr/>
      <dgm:t>
        <a:bodyPr rtlCol="0"/>
        <a:lstStyle/>
        <a:p>
          <a:pPr rtl="0"/>
          <a:endParaRPr lang="en-US"/>
        </a:p>
      </dgm:t>
    </dgm:pt>
    <dgm:pt modelId="{C485168C-07AD-4DE6-B17E-1E96E93777D7}">
      <dgm:prSet phldrT="[Text]" custT="1"/>
      <dgm:spPr/>
      <dgm:t>
        <a:bodyPr rtlCol="0"/>
        <a:lstStyle/>
        <a:p>
          <a:pPr marL="228600" indent="-228600" algn="ctr" rtl="0">
            <a:buSzPct val="80000"/>
            <a:buFont typeface="Courier New" panose="02070309020205020404" pitchFamily="49" charset="0"/>
            <a:buChar char="o"/>
          </a:pPr>
          <a:r>
            <a:rPr lang="de-DE" sz="1800" dirty="0"/>
            <a:t>W</a:t>
          </a:r>
          <a:r>
            <a:rPr lang="de" sz="1800" dirty="0"/>
            <a:t>elche Nachteile gibt es und mit welchen Tools erreiche ich Lösungen</a:t>
          </a:r>
        </a:p>
      </dgm:t>
    </dgm:pt>
    <dgm:pt modelId="{2EA2CE1F-978B-4B0A-92B2-CA23FBAEB8C0}" type="parTrans" cxnId="{B374803A-F1D8-4C12-8B03-25954CE7DDA9}">
      <dgm:prSet/>
      <dgm:spPr/>
      <dgm:t>
        <a:bodyPr rtlCol="0"/>
        <a:lstStyle/>
        <a:p>
          <a:pPr rtl="0"/>
          <a:endParaRPr lang="en-US"/>
        </a:p>
      </dgm:t>
    </dgm:pt>
    <dgm:pt modelId="{05F43B89-7F05-43F2-A0A8-66E0914D6EC4}" type="sibTrans" cxnId="{B374803A-F1D8-4C12-8B03-25954CE7DDA9}">
      <dgm:prSet/>
      <dgm:spPr/>
      <dgm:t>
        <a:bodyPr rtlCol="0"/>
        <a:lstStyle/>
        <a:p>
          <a:pPr rtl="0"/>
          <a:endParaRPr lang="en-US"/>
        </a:p>
      </dgm:t>
    </dgm:pt>
    <dgm:pt modelId="{CA2BABAF-EDAA-4496-8316-FD6EA3643E8F}">
      <dgm:prSet phldrT="[Text]" custT="1"/>
      <dgm:spPr/>
      <dgm:t>
        <a:bodyPr rtlCol="0"/>
        <a:lstStyle/>
        <a:p>
          <a:pPr marL="0" algn="ctr" rtl="0">
            <a:buNone/>
          </a:pPr>
          <a:endParaRPr lang="de" sz="1800" b="1" dirty="0"/>
        </a:p>
        <a:p>
          <a:pPr marL="0" algn="ctr" rtl="0">
            <a:buNone/>
          </a:pPr>
          <a:endParaRPr lang="de" sz="1800" b="1" dirty="0"/>
        </a:p>
        <a:p>
          <a:pPr marL="0" algn="ctr" rtl="0">
            <a:buNone/>
          </a:pPr>
          <a:r>
            <a:rPr lang="de" sz="1800" b="1" dirty="0"/>
            <a:t>Entdecken</a:t>
          </a:r>
        </a:p>
      </dgm:t>
    </dgm:pt>
    <dgm:pt modelId="{2B1B4805-2FB7-402F-86A8-587F29181C18}" type="parTrans" cxnId="{4011B082-09BD-4DD1-A54F-EA5AB249A3C2}">
      <dgm:prSet/>
      <dgm:spPr/>
      <dgm:t>
        <a:bodyPr rtlCol="0"/>
        <a:lstStyle/>
        <a:p>
          <a:pPr rtl="0"/>
          <a:endParaRPr lang="en-US"/>
        </a:p>
      </dgm:t>
    </dgm:pt>
    <dgm:pt modelId="{4498AB02-A1BF-4D28-8918-F87A89CEE23B}" type="sibTrans" cxnId="{4011B082-09BD-4DD1-A54F-EA5AB249A3C2}">
      <dgm:prSet/>
      <dgm:spPr/>
      <dgm:t>
        <a:bodyPr rtlCol="0"/>
        <a:lstStyle/>
        <a:p>
          <a:pPr rtl="0"/>
          <a:endParaRPr lang="en-US"/>
        </a:p>
      </dgm:t>
    </dgm:pt>
    <dgm:pt modelId="{ABC1EDDD-C08B-4F9C-8453-9CEFCC2AF319}">
      <dgm:prSet phldrT="[Text]" custT="1"/>
      <dgm:spPr/>
      <dgm:t>
        <a:bodyPr rtlCol="0"/>
        <a:lstStyle/>
        <a:p>
          <a:pPr marL="228600" indent="-228600" algn="ctr" rtl="0">
            <a:buSzPct val="80000"/>
            <a:buFont typeface="Courier New" panose="02070309020205020404" pitchFamily="49" charset="0"/>
            <a:buChar char="o"/>
          </a:pPr>
          <a:r>
            <a:rPr lang="de" sz="1800" dirty="0"/>
            <a:t>Von neuen globalen Wachstumsmärkten profitieren</a:t>
          </a:r>
        </a:p>
      </dgm:t>
    </dgm:pt>
    <dgm:pt modelId="{33D02404-349E-4E82-A8BA-C0A907006883}" type="parTrans" cxnId="{9C4BE375-6187-4BD4-A343-9FC71D796AF1}">
      <dgm:prSet/>
      <dgm:spPr/>
      <dgm:t>
        <a:bodyPr rtlCol="0"/>
        <a:lstStyle/>
        <a:p>
          <a:pPr rtl="0"/>
          <a:endParaRPr lang="en-US"/>
        </a:p>
      </dgm:t>
    </dgm:pt>
    <dgm:pt modelId="{7D85D88C-6545-49D9-9F9D-01270187B165}" type="sibTrans" cxnId="{9C4BE375-6187-4BD4-A343-9FC71D796AF1}">
      <dgm:prSet/>
      <dgm:spPr/>
      <dgm:t>
        <a:bodyPr rtlCol="0"/>
        <a:lstStyle/>
        <a:p>
          <a:pPr rtl="0"/>
          <a:endParaRPr lang="en-US"/>
        </a:p>
      </dgm:t>
    </dgm:pt>
    <dgm:pt modelId="{7F7D3F0A-88AE-44AB-92BC-B1AEC7CDD5CE}" type="pres">
      <dgm:prSet presAssocID="{B6A966AA-C2D0-420D-89FC-1A1AB0AD4072}" presName="Name0" presStyleCnt="0">
        <dgm:presLayoutVars>
          <dgm:dir/>
          <dgm:resizeHandles val="exact"/>
        </dgm:presLayoutVars>
      </dgm:prSet>
      <dgm:spPr/>
    </dgm:pt>
    <dgm:pt modelId="{1321859E-820F-42A1-A815-96F9E1091C18}" type="pres">
      <dgm:prSet presAssocID="{B6A966AA-C2D0-420D-89FC-1A1AB0AD4072}" presName="arrow" presStyleLbl="bgShp" presStyleIdx="0" presStyleCnt="1" custLinFactNeighborX="-299" custLinFactNeighborY="30494"/>
      <dgm:spPr/>
    </dgm:pt>
    <dgm:pt modelId="{0C0EFEA6-53DB-4B11-B914-678B897CA613}" type="pres">
      <dgm:prSet presAssocID="{B6A966AA-C2D0-420D-89FC-1A1AB0AD4072}" presName="points" presStyleCnt="0"/>
      <dgm:spPr/>
    </dgm:pt>
    <dgm:pt modelId="{D1F8120B-2014-4539-8DB2-DF72EA65305F}" type="pres">
      <dgm:prSet presAssocID="{45D50368-372D-4F79-95B9-B27BD239F0F6}" presName="compositeA" presStyleCnt="0"/>
      <dgm:spPr/>
    </dgm:pt>
    <dgm:pt modelId="{7103C4FE-7A4B-41EF-8814-669D0064B6EF}" type="pres">
      <dgm:prSet presAssocID="{45D50368-372D-4F79-95B9-B27BD239F0F6}" presName="textA" presStyleLbl="revTx" presStyleIdx="0" presStyleCnt="3" custScaleX="76000" custLinFactNeighborX="9156" custLinFactNeighborY="33185">
        <dgm:presLayoutVars>
          <dgm:bulletEnabled val="1"/>
        </dgm:presLayoutVars>
      </dgm:prSet>
      <dgm:spPr/>
    </dgm:pt>
    <dgm:pt modelId="{69242FCE-B1A3-4CB0-90C2-CB5EC309668C}" type="pres">
      <dgm:prSet presAssocID="{45D50368-372D-4F79-95B9-B27BD239F0F6}" presName="circleA" presStyleLbl="node1" presStyleIdx="0" presStyleCnt="3" custLinFactY="451" custLinFactNeighborX="64575" custLinFactNeighborY="100000"/>
      <dgm:spPr/>
    </dgm:pt>
    <dgm:pt modelId="{301F205F-64EC-4B0E-A2AD-D5977C935AF4}" type="pres">
      <dgm:prSet presAssocID="{45D50368-372D-4F79-95B9-B27BD239F0F6}" presName="spaceA" presStyleCnt="0"/>
      <dgm:spPr/>
    </dgm:pt>
    <dgm:pt modelId="{B3AB7B4B-B32A-45B9-A77C-F2AACFD79CA5}" type="pres">
      <dgm:prSet presAssocID="{508ABF25-4B40-405C-9E88-248ED8B31B83}" presName="space" presStyleCnt="0"/>
      <dgm:spPr/>
    </dgm:pt>
    <dgm:pt modelId="{9B80AA7C-AE0D-4517-8F0E-3798D9078ECA}" type="pres">
      <dgm:prSet presAssocID="{196543C5-093B-4437-B406-DBE4B882EA97}" presName="compositeB" presStyleCnt="0"/>
      <dgm:spPr/>
    </dgm:pt>
    <dgm:pt modelId="{C72ECC98-97C1-4FA6-9751-2F88545F8213}" type="pres">
      <dgm:prSet presAssocID="{196543C5-093B-4437-B406-DBE4B882EA97}" presName="textB" presStyleLbl="revTx" presStyleIdx="1" presStyleCnt="3">
        <dgm:presLayoutVars>
          <dgm:bulletEnabled val="1"/>
        </dgm:presLayoutVars>
      </dgm:prSet>
      <dgm:spPr/>
    </dgm:pt>
    <dgm:pt modelId="{8A3CF5DF-2912-4784-8B16-20EF1087B16D}" type="pres">
      <dgm:prSet presAssocID="{196543C5-093B-4437-B406-DBE4B882EA97}" presName="circleB" presStyleLbl="node1" presStyleIdx="1" presStyleCnt="3" custLinFactNeighborX="-7175" custLinFactNeighborY="86101"/>
      <dgm:spPr/>
    </dgm:pt>
    <dgm:pt modelId="{AEB44FDA-4D40-47A5-BEE0-4EF9F97BF5D2}" type="pres">
      <dgm:prSet presAssocID="{196543C5-093B-4437-B406-DBE4B882EA97}" presName="spaceB" presStyleCnt="0"/>
      <dgm:spPr/>
    </dgm:pt>
    <dgm:pt modelId="{66B84C84-45A2-4C61-AA12-3A3F75DB82F8}" type="pres">
      <dgm:prSet presAssocID="{F264F018-7FB9-43EC-B595-B986D351AD7B}" presName="space" presStyleCnt="0"/>
      <dgm:spPr/>
    </dgm:pt>
    <dgm:pt modelId="{8CEF5A46-4D3D-4D9F-B7F4-405723F5505C}" type="pres">
      <dgm:prSet presAssocID="{CA2BABAF-EDAA-4496-8316-FD6EA3643E8F}" presName="compositeA" presStyleCnt="0"/>
      <dgm:spPr/>
    </dgm:pt>
    <dgm:pt modelId="{0EA8ECEB-4BEA-4EA4-A72E-9427A4EDF870}" type="pres">
      <dgm:prSet presAssocID="{CA2BABAF-EDAA-4496-8316-FD6EA3643E8F}" presName="textA" presStyleLbl="revTx" presStyleIdx="2" presStyleCnt="3">
        <dgm:presLayoutVars>
          <dgm:bulletEnabled val="1"/>
        </dgm:presLayoutVars>
      </dgm:prSet>
      <dgm:spPr/>
    </dgm:pt>
    <dgm:pt modelId="{AE8B9E76-450B-4587-ADD0-D709E0D11B62}" type="pres">
      <dgm:prSet presAssocID="{CA2BABAF-EDAA-4496-8316-FD6EA3643E8F}" presName="circleA" presStyleLbl="node1" presStyleIdx="2" presStyleCnt="3" custLinFactY="25563" custLinFactNeighborX="10354" custLinFactNeighborY="100000"/>
      <dgm:spPr/>
    </dgm:pt>
    <dgm:pt modelId="{7E02D670-50CE-4DE9-9D99-A3113C1CA49F}" type="pres">
      <dgm:prSet presAssocID="{CA2BABAF-EDAA-4496-8316-FD6EA3643E8F}" presName="spaceA" presStyleCnt="0"/>
      <dgm:spPr/>
    </dgm:pt>
  </dgm:ptLst>
  <dgm:cxnLst>
    <dgm:cxn modelId="{33FC2F0C-BBBC-49D9-8DB9-87CFB664B234}" type="presOf" srcId="{45D50368-372D-4F79-95B9-B27BD239F0F6}" destId="{7103C4FE-7A4B-41EF-8814-669D0064B6EF}" srcOrd="0" destOrd="0" presId="urn:microsoft.com/office/officeart/2005/8/layout/hProcess11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8AF7704F-B285-4A9C-BA90-65BEC6653B6C}" type="presOf" srcId="{B6A966AA-C2D0-420D-89FC-1A1AB0AD4072}" destId="{7F7D3F0A-88AE-44AB-92BC-B1AEC7CDD5CE}" srcOrd="0" destOrd="0" presId="urn:microsoft.com/office/officeart/2005/8/layout/hProcess11"/>
    <dgm:cxn modelId="{B93E1354-FC50-4D0F-81DD-4CEBA5959AFE}" type="presOf" srcId="{CA2BABAF-EDAA-4496-8316-FD6EA3643E8F}" destId="{0EA8ECEB-4BEA-4EA4-A72E-9427A4EDF870}" srcOrd="0" destOrd="0" presId="urn:microsoft.com/office/officeart/2005/8/layout/hProcess11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0CFCA19E-9316-4666-B978-BF8C655DDDAF}" type="presOf" srcId="{196543C5-093B-4437-B406-DBE4B882EA97}" destId="{C72ECC98-97C1-4FA6-9751-2F88545F8213}" srcOrd="0" destOrd="0" presId="urn:microsoft.com/office/officeart/2005/8/layout/hProcess1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A780DCA0-97BB-47F1-AE52-A151606F1265}" type="presOf" srcId="{ABC1EDDD-C08B-4F9C-8453-9CEFCC2AF319}" destId="{0EA8ECEB-4BEA-4EA4-A72E-9427A4EDF870}" srcOrd="0" destOrd="1" presId="urn:microsoft.com/office/officeart/2005/8/layout/hProcess11"/>
    <dgm:cxn modelId="{F12E74E0-3FC7-4399-A4D7-928B7B4EA7A0}" type="presOf" srcId="{15FCB7DF-D0D3-43D8-8FE5-E5FFDED6264E}" destId="{7103C4FE-7A4B-41EF-8814-669D0064B6EF}" srcOrd="0" destOrd="1" presId="urn:microsoft.com/office/officeart/2005/8/layout/hProcess11"/>
    <dgm:cxn modelId="{60BF31ED-B4A4-412E-B0A4-FCF5721F407F}" type="presOf" srcId="{C485168C-07AD-4DE6-B17E-1E96E93777D7}" destId="{C72ECC98-97C1-4FA6-9751-2F88545F8213}" srcOrd="0" destOrd="1" presId="urn:microsoft.com/office/officeart/2005/8/layout/hProcess11"/>
    <dgm:cxn modelId="{7849C247-851C-4CEB-9B9D-59ABFE120C8A}" type="presParOf" srcId="{7F7D3F0A-88AE-44AB-92BC-B1AEC7CDD5CE}" destId="{1321859E-820F-42A1-A815-96F9E1091C18}" srcOrd="0" destOrd="0" presId="urn:microsoft.com/office/officeart/2005/8/layout/hProcess11"/>
    <dgm:cxn modelId="{BF45A60D-96FF-473A-B57F-CF56378654CB}" type="presParOf" srcId="{7F7D3F0A-88AE-44AB-92BC-B1AEC7CDD5CE}" destId="{0C0EFEA6-53DB-4B11-B914-678B897CA613}" srcOrd="1" destOrd="0" presId="urn:microsoft.com/office/officeart/2005/8/layout/hProcess11"/>
    <dgm:cxn modelId="{373F4474-FD59-4113-8085-E79F58FC39C7}" type="presParOf" srcId="{0C0EFEA6-53DB-4B11-B914-678B897CA613}" destId="{D1F8120B-2014-4539-8DB2-DF72EA65305F}" srcOrd="0" destOrd="0" presId="urn:microsoft.com/office/officeart/2005/8/layout/hProcess11"/>
    <dgm:cxn modelId="{6CA87CCD-3781-4E2F-A803-26D211F1164A}" type="presParOf" srcId="{D1F8120B-2014-4539-8DB2-DF72EA65305F}" destId="{7103C4FE-7A4B-41EF-8814-669D0064B6EF}" srcOrd="0" destOrd="0" presId="urn:microsoft.com/office/officeart/2005/8/layout/hProcess11"/>
    <dgm:cxn modelId="{2C783DC9-BCFF-47D6-B9A4-7620E681CE7B}" type="presParOf" srcId="{D1F8120B-2014-4539-8DB2-DF72EA65305F}" destId="{69242FCE-B1A3-4CB0-90C2-CB5EC309668C}" srcOrd="1" destOrd="0" presId="urn:microsoft.com/office/officeart/2005/8/layout/hProcess11"/>
    <dgm:cxn modelId="{51436E83-D55A-4252-9307-E6DD23BC71B1}" type="presParOf" srcId="{D1F8120B-2014-4539-8DB2-DF72EA65305F}" destId="{301F205F-64EC-4B0E-A2AD-D5977C935AF4}" srcOrd="2" destOrd="0" presId="urn:microsoft.com/office/officeart/2005/8/layout/hProcess11"/>
    <dgm:cxn modelId="{035DE029-A115-4D1B-B566-7C73919D30BD}" type="presParOf" srcId="{0C0EFEA6-53DB-4B11-B914-678B897CA613}" destId="{B3AB7B4B-B32A-45B9-A77C-F2AACFD79CA5}" srcOrd="1" destOrd="0" presId="urn:microsoft.com/office/officeart/2005/8/layout/hProcess11"/>
    <dgm:cxn modelId="{C147C24D-FED8-4C5F-A80D-D6D44BF366E1}" type="presParOf" srcId="{0C0EFEA6-53DB-4B11-B914-678B897CA613}" destId="{9B80AA7C-AE0D-4517-8F0E-3798D9078ECA}" srcOrd="2" destOrd="0" presId="urn:microsoft.com/office/officeart/2005/8/layout/hProcess11"/>
    <dgm:cxn modelId="{53793FBF-21A3-4D92-8C0F-F9CF0CAF6629}" type="presParOf" srcId="{9B80AA7C-AE0D-4517-8F0E-3798D9078ECA}" destId="{C72ECC98-97C1-4FA6-9751-2F88545F8213}" srcOrd="0" destOrd="0" presId="urn:microsoft.com/office/officeart/2005/8/layout/hProcess11"/>
    <dgm:cxn modelId="{CE6E8620-4AAD-4191-A9D9-F888C053CED8}" type="presParOf" srcId="{9B80AA7C-AE0D-4517-8F0E-3798D9078ECA}" destId="{8A3CF5DF-2912-4784-8B16-20EF1087B16D}" srcOrd="1" destOrd="0" presId="urn:microsoft.com/office/officeart/2005/8/layout/hProcess11"/>
    <dgm:cxn modelId="{6C95E7EA-2961-4ADE-BA5A-9B67FAC37BCE}" type="presParOf" srcId="{9B80AA7C-AE0D-4517-8F0E-3798D9078ECA}" destId="{AEB44FDA-4D40-47A5-BEE0-4EF9F97BF5D2}" srcOrd="2" destOrd="0" presId="urn:microsoft.com/office/officeart/2005/8/layout/hProcess11"/>
    <dgm:cxn modelId="{3BC5DF92-4D9B-42AA-A67F-99A3E4840255}" type="presParOf" srcId="{0C0EFEA6-53DB-4B11-B914-678B897CA613}" destId="{66B84C84-45A2-4C61-AA12-3A3F75DB82F8}" srcOrd="3" destOrd="0" presId="urn:microsoft.com/office/officeart/2005/8/layout/hProcess11"/>
    <dgm:cxn modelId="{FE27A33F-134B-4D24-AC36-DCCCF056641C}" type="presParOf" srcId="{0C0EFEA6-53DB-4B11-B914-678B897CA613}" destId="{8CEF5A46-4D3D-4D9F-B7F4-405723F5505C}" srcOrd="4" destOrd="0" presId="urn:microsoft.com/office/officeart/2005/8/layout/hProcess11"/>
    <dgm:cxn modelId="{94D75A07-120C-42AF-912B-044BD69E1C67}" type="presParOf" srcId="{8CEF5A46-4D3D-4D9F-B7F4-405723F5505C}" destId="{0EA8ECEB-4BEA-4EA4-A72E-9427A4EDF870}" srcOrd="0" destOrd="0" presId="urn:microsoft.com/office/officeart/2005/8/layout/hProcess11"/>
    <dgm:cxn modelId="{AF929006-0D84-43C4-AC24-C78F8617B9EC}" type="presParOf" srcId="{8CEF5A46-4D3D-4D9F-B7F4-405723F5505C}" destId="{AE8B9E76-450B-4587-ADD0-D709E0D11B62}" srcOrd="1" destOrd="0" presId="urn:microsoft.com/office/officeart/2005/8/layout/hProcess11"/>
    <dgm:cxn modelId="{9A93D057-5018-4672-A272-9B3DEF73DECA}" type="presParOf" srcId="{8CEF5A46-4D3D-4D9F-B7F4-405723F5505C}" destId="{7E02D670-50CE-4DE9-9D99-A3113C1CA49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1859E-820F-42A1-A815-96F9E1091C18}">
      <dsp:nvSpPr>
        <dsp:cNvPr id="0" name=""/>
        <dsp:cNvSpPr/>
      </dsp:nvSpPr>
      <dsp:spPr>
        <a:xfrm>
          <a:off x="0" y="1311638"/>
          <a:ext cx="10077450" cy="124333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3C4FE-7A4B-41EF-8814-669D0064B6EF}">
      <dsp:nvSpPr>
        <dsp:cNvPr id="0" name=""/>
        <dsp:cNvSpPr/>
      </dsp:nvSpPr>
      <dsp:spPr>
        <a:xfrm>
          <a:off x="622787" y="412599"/>
          <a:ext cx="2221369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" sz="1800" b="1" kern="1200" dirty="0"/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" sz="1800" b="1" kern="1200" dirty="0"/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" sz="1800" b="1" kern="1200" dirty="0"/>
            <a:t>Erweitern: wie lange braucht man eventuell dafür? </a:t>
          </a:r>
        </a:p>
        <a:p>
          <a:pPr marL="228600" lvl="1" indent="-22860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de" sz="1800" kern="1200" dirty="0"/>
            <a:t>Jahr – Zeitraum festlegen</a:t>
          </a:r>
        </a:p>
      </dsp:txBody>
      <dsp:txXfrm>
        <a:off x="622787" y="412599"/>
        <a:ext cx="2221369" cy="1243330"/>
      </dsp:txXfrm>
    </dsp:sp>
    <dsp:sp modelId="{69242FCE-B1A3-4CB0-90C2-CB5EC309668C}">
      <dsp:nvSpPr>
        <dsp:cNvPr id="0" name=""/>
        <dsp:cNvSpPr/>
      </dsp:nvSpPr>
      <dsp:spPr>
        <a:xfrm>
          <a:off x="1511159" y="1710980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ECC98-97C1-4FA6-9751-2F88545F8213}">
      <dsp:nvSpPr>
        <dsp:cNvPr id="0" name=""/>
        <dsp:cNvSpPr/>
      </dsp:nvSpPr>
      <dsp:spPr>
        <a:xfrm>
          <a:off x="3073425" y="1864995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t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" sz="1800" b="1" kern="1200" dirty="0"/>
            <a:t>Verbessern</a:t>
          </a:r>
        </a:p>
        <a:p>
          <a:pPr marL="228600" lvl="1" indent="-22860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de-DE" sz="1800" kern="1200" dirty="0"/>
            <a:t>W</a:t>
          </a:r>
          <a:r>
            <a:rPr lang="de" sz="1800" kern="1200" dirty="0"/>
            <a:t>elche Nachteile gibt es und mit welchen Tools erreiche ich Lösungen</a:t>
          </a:r>
        </a:p>
      </dsp:txBody>
      <dsp:txXfrm>
        <a:off x="3073425" y="1864995"/>
        <a:ext cx="2922854" cy="1243330"/>
      </dsp:txXfrm>
    </dsp:sp>
    <dsp:sp modelId="{8A3CF5DF-2912-4784-8B16-20EF1087B16D}">
      <dsp:nvSpPr>
        <dsp:cNvPr id="0" name=""/>
        <dsp:cNvSpPr/>
      </dsp:nvSpPr>
      <dsp:spPr>
        <a:xfrm>
          <a:off x="4357134" y="166637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ECEB-4BEA-4EA4-A72E-9427A4EDF870}">
      <dsp:nvSpPr>
        <dsp:cNvPr id="0" name=""/>
        <dsp:cNvSpPr/>
      </dsp:nvSpPr>
      <dsp:spPr>
        <a:xfrm>
          <a:off x="6142422" y="0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" sz="1800" b="1" kern="1200" dirty="0"/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" sz="1800" b="1" kern="1200" dirty="0"/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" sz="1800" b="1" kern="1200" dirty="0"/>
            <a:t>Entdecken</a:t>
          </a:r>
        </a:p>
        <a:p>
          <a:pPr marL="228600" lvl="1" indent="-22860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de" sz="1800" kern="1200" dirty="0"/>
            <a:t>Von neuen globalen Wachstumsmärkten profitieren</a:t>
          </a:r>
        </a:p>
      </dsp:txBody>
      <dsp:txXfrm>
        <a:off x="6142422" y="0"/>
        <a:ext cx="2922854" cy="1243330"/>
      </dsp:txXfrm>
    </dsp:sp>
    <dsp:sp modelId="{AE8B9E76-450B-4587-ADD0-D709E0D11B62}">
      <dsp:nvSpPr>
        <dsp:cNvPr id="0" name=""/>
        <dsp:cNvSpPr/>
      </dsp:nvSpPr>
      <dsp:spPr>
        <a:xfrm>
          <a:off x="7480616" y="178903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FF95820-84BB-3447-8286-60A51307E7F2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C08FC54-6AE4-6A4A-9756-823A0F1BE5A6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rtlCol="0" anchor="ctr"/>
          <a:lstStyle>
            <a:lvl1pPr algn="ctr">
              <a:defRPr sz="5400" spc="300" baseline="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rtlCol="0"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/>
              <a:t>Click to edit Master subtitle style</a:t>
            </a:r>
            <a:endParaRPr lang="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itel 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 rtlCol="0"/>
          <a:lstStyle>
            <a:lvl1pPr>
              <a:defRPr sz="3200" spc="300" baseline="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 rtlCol="0"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/>
              <a:t>Click to edit Master subtitle style</a:t>
            </a:r>
            <a:endParaRPr lang="de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ihand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/>
              <a:t>Click to edit Master subtitle style</a:t>
            </a:r>
            <a:endParaRPr lang="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 rtlCol="0"/>
          <a:lstStyle>
            <a:lvl1pPr>
              <a:defRPr sz="3200" spc="3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 rtlCol="0"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rtlCol="0" anchor="ctr"/>
          <a:lstStyle>
            <a:lvl1pPr algn="ctr">
              <a:defRPr sz="54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rtlCol="0" anchor="b" anchorCtr="0"/>
          <a:lstStyle>
            <a:lvl1pPr>
              <a:defRPr sz="32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rtlCol="0"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Gerader Verbinder 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8" name="Tabellenplatzhalter 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n-GB"/>
              <a:t>Click icon to add table</a:t>
            </a:r>
            <a:endParaRPr lang="en-US" dirty="0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Gerader Verbinder 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bemerku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rtlCol="0" anchor="ctr">
            <a:noAutofit/>
          </a:bodyPr>
          <a:lstStyle>
            <a:lvl1pPr algn="ctr">
              <a:defRPr sz="5400"/>
            </a:lvl1pPr>
          </a:lstStyle>
          <a:p>
            <a:pPr rtl="0"/>
            <a:r>
              <a:rPr lang="en-GB"/>
              <a:t>Click to edit Master title style</a:t>
            </a:r>
            <a:endParaRPr lang="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rtlCol="0"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rtlCol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pPr rtl="0"/>
            <a:fld id="{75DF2D63-3FF5-D547-96B9-BE9CCD1ABA58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rtlCol="0"/>
          <a:lstStyle/>
          <a:p>
            <a:pPr rtl="0"/>
            <a:r>
              <a:rPr lang="de" dirty="0"/>
              <a:t>Wissenschaftliche Entdeckung</a:t>
            </a:r>
            <a:br>
              <a:rPr lang="de" dirty="0"/>
            </a:br>
            <a:r>
              <a:rPr lang="de" dirty="0"/>
              <a:t>von Diagrammen grafiken und tabellen</a:t>
            </a: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20576"/>
            <a:ext cx="9144000" cy="680224"/>
          </a:xfr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de" dirty="0"/>
              <a:t>TH Aschaffenburg  SDI German B1</a:t>
            </a:r>
          </a:p>
          <a:p>
            <a:pPr rtl="0"/>
            <a:r>
              <a:rPr lang="de" dirty="0"/>
              <a:t>Dozentin L.Englert 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4815840" cy="1986280"/>
          </a:xfrm>
        </p:spPr>
        <p:txBody>
          <a:bodyPr rtlCol="0" anchor="b">
            <a:normAutofit/>
          </a:bodyPr>
          <a:lstStyle/>
          <a:p>
            <a:pPr rtl="0"/>
            <a:r>
              <a:rPr lang="de" dirty="0"/>
              <a:t>Welche Grafiken</a:t>
            </a:r>
            <a:br>
              <a:rPr lang="de" dirty="0"/>
            </a:br>
            <a:r>
              <a:rPr lang="de" dirty="0"/>
              <a:t>tabellen </a:t>
            </a:r>
            <a:br>
              <a:rPr lang="de" dirty="0"/>
            </a:br>
            <a:r>
              <a:rPr lang="de" dirty="0"/>
              <a:t>Diagramme</a:t>
            </a:r>
            <a:br>
              <a:rPr lang="de" dirty="0"/>
            </a:br>
            <a:r>
              <a:rPr lang="de" dirty="0"/>
              <a:t>sind wichtig?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9772" y="1366519"/>
            <a:ext cx="4306824" cy="6558281"/>
          </a:xfrm>
        </p:spPr>
        <p:txBody>
          <a:bodyPr vert="horz" lIns="0" tIns="0" rIns="0" bIns="0" rtlCol="0" anchor="b">
            <a:normAutofit/>
          </a:bodyPr>
          <a:lstStyle/>
          <a:p>
            <a:pPr rtl="0"/>
            <a:r>
              <a:rPr lang="de" dirty="0"/>
              <a:t>Balkendiagramm</a:t>
            </a:r>
          </a:p>
          <a:p>
            <a:pPr rtl="0"/>
            <a:r>
              <a:rPr lang="de" dirty="0"/>
              <a:t>Säulendiagramm</a:t>
            </a:r>
          </a:p>
          <a:p>
            <a:r>
              <a:rPr lang="de" dirty="0"/>
              <a:t>Kurvendiagramm oder liniendiagramm</a:t>
            </a:r>
          </a:p>
          <a:p>
            <a:r>
              <a:rPr lang="de" dirty="0"/>
              <a:t>Streudiagramm</a:t>
            </a:r>
          </a:p>
          <a:p>
            <a:pPr rtl="0"/>
            <a:r>
              <a:rPr lang="de" dirty="0"/>
              <a:t>Kreisdiagramm oder Kuchendiagramm</a:t>
            </a:r>
          </a:p>
          <a:p>
            <a:pPr rtl="0"/>
            <a:r>
              <a:rPr lang="de-DE" dirty="0"/>
              <a:t>I</a:t>
            </a:r>
            <a:r>
              <a:rPr lang="de" dirty="0"/>
              <a:t>shikawa-diagramm</a:t>
            </a:r>
          </a:p>
          <a:p>
            <a:pPr rtl="0"/>
            <a:endParaRPr lang="de" dirty="0"/>
          </a:p>
          <a:p>
            <a:pPr rtl="0"/>
            <a:endParaRPr lang="de" dirty="0"/>
          </a:p>
          <a:p>
            <a:pPr rtl="0"/>
            <a:endParaRPr lang="de" dirty="0"/>
          </a:p>
          <a:p>
            <a:pPr rtl="0"/>
            <a:endParaRPr lang="de" dirty="0"/>
          </a:p>
          <a:p>
            <a:pPr rtl="0"/>
            <a:endParaRPr lang="de" dirty="0"/>
          </a:p>
        </p:txBody>
      </p:sp>
      <p:pic>
        <p:nvPicPr>
          <p:cNvPr id="18" name="Picture 17" descr="Graphs and charts">
            <a:extLst>
              <a:ext uri="{FF2B5EF4-FFF2-40B4-BE49-F238E27FC236}">
                <a16:creationId xmlns:a16="http://schemas.microsoft.com/office/drawing/2014/main" id="{38E364A2-6F33-39B3-F451-8A80EA2BE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10" y="699247"/>
            <a:ext cx="5511190" cy="290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 rtlCol="0" anchor="t" anchorCtr="0">
            <a:normAutofit/>
          </a:bodyPr>
          <a:lstStyle/>
          <a:p>
            <a:pPr rtl="0"/>
            <a:r>
              <a:rPr lang="de" dirty="0"/>
              <a:t>Plan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16" y="2148840"/>
            <a:ext cx="4114800" cy="3264407"/>
          </a:xfrm>
        </p:spPr>
        <p:txBody>
          <a:bodyPr rtlCol="0">
            <a:normAutofit lnSpcReduction="10000"/>
          </a:bodyPr>
          <a:lstStyle/>
          <a:p>
            <a:r>
              <a:rPr lang="de" dirty="0"/>
              <a:t>Was genau möchte ich präsentieren? </a:t>
            </a:r>
          </a:p>
          <a:p>
            <a:pPr rtl="0"/>
            <a:r>
              <a:rPr lang="de" dirty="0"/>
              <a:t>Warum sind diese Informationen wichtig für das Thema? </a:t>
            </a:r>
          </a:p>
          <a:p>
            <a:pPr rtl="0"/>
            <a:r>
              <a:rPr lang="de" dirty="0"/>
              <a:t>Warum wähle ich besonders diese Form von Diagrammen/tabellen?</a:t>
            </a:r>
          </a:p>
        </p:txBody>
      </p:sp>
      <p:pic>
        <p:nvPicPr>
          <p:cNvPr id="15" name="Picture Placeholder 14" descr="Graph paper with calculator, ruler, highlighter, and pencils">
            <a:extLst>
              <a:ext uri="{FF2B5EF4-FFF2-40B4-BE49-F238E27FC236}">
                <a16:creationId xmlns:a16="http://schemas.microsoft.com/office/drawing/2014/main" id="{FD177B44-7D8C-F7B9-E0B8-3243BCAD349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272" b="1627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Weiße DNA-Struktur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rtlCol="0" anchor="ctr" anchorCtr="0"/>
          <a:lstStyle/>
          <a:p>
            <a:pPr rtl="0"/>
            <a:r>
              <a:rPr lang="de" sz="3600"/>
              <a:t>diagrammenübersicht</a:t>
            </a:r>
            <a:endParaRPr lang="de" sz="3600" dirty="0"/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DC37-55BB-A3CA-F67C-015F5E6FF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Beschreibung:</a:t>
            </a:r>
            <a:br>
              <a:rPr lang="de-DE" dirty="0"/>
            </a:br>
            <a:br>
              <a:rPr lang="de-DE" dirty="0"/>
            </a:br>
            <a:r>
              <a:rPr lang="de-DE" sz="3600" dirty="0"/>
              <a:t>Was gehört dazu?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D07A9-DBB5-3EE7-CB09-6E218AB56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18094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de-DE" dirty="0"/>
              <a:t>Einleitung – Titel der Grafik, Form der Grafik, Thema, Quelle</a:t>
            </a:r>
          </a:p>
          <a:p>
            <a:pPr marL="457200" indent="-457200">
              <a:buAutoNum type="arabicPeriod"/>
            </a:pPr>
            <a:r>
              <a:rPr lang="de-DE" dirty="0"/>
              <a:t> Hauptteil – Trends, Höchst-/Tiefstwerte, Vergleiche</a:t>
            </a:r>
          </a:p>
          <a:p>
            <a:pPr marL="457200" indent="-457200">
              <a:buAutoNum type="arabicPeriod"/>
            </a:pPr>
            <a:r>
              <a:rPr lang="de-DE" dirty="0"/>
              <a:t>Schluss – Zusammenfassung, Fazit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363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 rtlCol="0"/>
          <a:lstStyle/>
          <a:p>
            <a:r>
              <a:rPr lang="de" dirty="0"/>
              <a:t>Balkendiagramm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7872" y="3931920"/>
            <a:ext cx="4306824" cy="539496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pPr rtl="0"/>
            <a:endParaRPr lang="de-DE" cap="none" dirty="0"/>
          </a:p>
          <a:p>
            <a:pPr rtl="0"/>
            <a:r>
              <a:rPr lang="de-DE" cap="none" dirty="0"/>
              <a:t>b</a:t>
            </a:r>
            <a:r>
              <a:rPr lang="de" cap="none" dirty="0"/>
              <a:t>esteht aus horizontalen/waagerechten </a:t>
            </a:r>
            <a:r>
              <a:rPr lang="de" b="1" cap="none" dirty="0"/>
              <a:t>Balken</a:t>
            </a:r>
          </a:p>
          <a:p>
            <a:pPr rtl="0"/>
            <a:r>
              <a:rPr lang="de-DE" b="1" cap="none" dirty="0"/>
              <a:t>s</a:t>
            </a:r>
            <a:r>
              <a:rPr lang="de" b="1" cap="none" dirty="0"/>
              <a:t>ehr gut für verschiedene Rankings</a:t>
            </a:r>
            <a:r>
              <a:rPr lang="de" cap="none" dirty="0"/>
              <a:t> wie z.B. 10 große Städte/Sehenswürdigkeiten geeignet</a:t>
            </a:r>
          </a:p>
          <a:p>
            <a:pPr rtl="0"/>
            <a:r>
              <a:rPr lang="de" b="1" cap="none" dirty="0"/>
              <a:t>K</a:t>
            </a:r>
            <a:r>
              <a:rPr lang="de-DE" b="1" cap="none" dirty="0"/>
              <a:t>a</a:t>
            </a:r>
            <a:r>
              <a:rPr lang="de" b="1" cap="none" dirty="0"/>
              <a:t>tegorieachse</a:t>
            </a:r>
            <a:r>
              <a:rPr lang="de" cap="none" dirty="0"/>
              <a:t>: meistens vertikale Achse, wo Namen oder Gruppen stehen</a:t>
            </a:r>
          </a:p>
          <a:p>
            <a:pPr rtl="0"/>
            <a:r>
              <a:rPr lang="de" b="1" cap="none" dirty="0"/>
              <a:t>Wertachse</a:t>
            </a:r>
            <a:r>
              <a:rPr lang="de" cap="none" dirty="0"/>
              <a:t>: horizontale Achse, die Skala anzeigt, Menge, Prozent, Anzahl</a:t>
            </a:r>
          </a:p>
          <a:p>
            <a:pPr marL="0" indent="0" rtl="0">
              <a:buNone/>
            </a:pPr>
            <a:endParaRPr lang="de" cap="none" dirty="0"/>
          </a:p>
          <a:p>
            <a:pPr marL="0" indent="0" rtl="0">
              <a:buNone/>
            </a:pPr>
            <a:endParaRPr lang="de" cap="none" dirty="0"/>
          </a:p>
          <a:p>
            <a:pPr marL="0" indent="0" rtl="0">
              <a:buNone/>
            </a:pPr>
            <a:endParaRPr lang="de" cap="none" dirty="0"/>
          </a:p>
          <a:p>
            <a:pPr marL="0" indent="0" rtl="0">
              <a:buNone/>
            </a:pPr>
            <a:endParaRPr lang="de" cap="none" dirty="0"/>
          </a:p>
          <a:p>
            <a:pPr marL="0" indent="0" rtl="0">
              <a:buNone/>
            </a:pPr>
            <a:endParaRPr lang="de" cap="none" dirty="0"/>
          </a:p>
          <a:p>
            <a:pPr marL="0" indent="0" rtl="0">
              <a:buNone/>
            </a:pPr>
            <a:endParaRPr lang="de" cap="none" dirty="0"/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B842678-0B86-BBDF-35A9-DA9FA5EB71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0054547"/>
              </p:ext>
            </p:extLst>
          </p:nvPr>
        </p:nvGraphicFramePr>
        <p:xfrm>
          <a:off x="1054100" y="533400"/>
          <a:ext cx="4787900" cy="4538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800D-3531-9746-C451-9FF8B409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Säulendiagramm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99E8FEC-6A31-BC3B-4932-23E419F763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68497568"/>
              </p:ext>
            </p:extLst>
          </p:nvPr>
        </p:nvGraphicFramePr>
        <p:xfrm>
          <a:off x="1559561" y="508000"/>
          <a:ext cx="3482340" cy="4500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7B45F18-A797-285A-5064-4B3B1002868E}"/>
              </a:ext>
            </a:extLst>
          </p:cNvPr>
          <p:cNvSpPr txBox="1"/>
          <p:nvPr/>
        </p:nvSpPr>
        <p:spPr>
          <a:xfrm>
            <a:off x="7251700" y="965200"/>
            <a:ext cx="454660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sz="2400" dirty="0"/>
              <a:t>besteht aus vertikalen Säulen, die von unten nach oben wachsen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sz="2400" b="1" dirty="0"/>
              <a:t>X-Achse</a:t>
            </a:r>
            <a:r>
              <a:rPr lang="de-DE" sz="2400" dirty="0"/>
              <a:t> (unten) mit verschiedenen Kategorien, Produkten,  Bezeichnungen, Jahren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sz="2400" b="1" dirty="0"/>
              <a:t>Y-Achse</a:t>
            </a:r>
            <a:r>
              <a:rPr lang="de-DE" sz="2400" dirty="0"/>
              <a:t> (links) mit Anzahl, Geldwert, Prozent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sz="2400" dirty="0"/>
              <a:t>Zeitliche Vergleiche oder in Kategorien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DE" sz="2400" b="1" dirty="0"/>
              <a:t>2 Varianten</a:t>
            </a:r>
            <a:r>
              <a:rPr lang="de-DE" sz="2400" dirty="0"/>
              <a:t>: gruppiert (</a:t>
            </a:r>
            <a:r>
              <a:rPr lang="de-DE" sz="2400" dirty="0" err="1"/>
              <a:t>s.links</a:t>
            </a:r>
            <a:r>
              <a:rPr lang="de-DE" sz="2400" dirty="0"/>
              <a:t>) oder gestapelt aufeinander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de-DE" sz="2800" dirty="0"/>
          </a:p>
          <a:p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951774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E1A66-DAEA-F91A-5702-0B88718C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Kurvendiagramm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CEDD7-EE31-1587-52FD-F397EAA1A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8742680"/>
          </a:xfrm>
        </p:spPr>
        <p:txBody>
          <a:bodyPr>
            <a:normAutofit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cap="none" dirty="0"/>
              <a:t>gut für verschiedene Darstellungen</a:t>
            </a:r>
          </a:p>
          <a:p>
            <a:r>
              <a:rPr lang="de-DE" cap="none" dirty="0"/>
              <a:t>grafische Darstellung von mehreren Merkmalen möglich</a:t>
            </a:r>
          </a:p>
          <a:p>
            <a:r>
              <a:rPr lang="de-DE" b="1" cap="none" dirty="0"/>
              <a:t>X-Achse</a:t>
            </a:r>
            <a:r>
              <a:rPr lang="de-DE" cap="none" dirty="0"/>
              <a:t> (Abszisse) zeigt unabhängige Variable dar, oft  Wochentage oder Jahreszahlen</a:t>
            </a:r>
          </a:p>
          <a:p>
            <a:r>
              <a:rPr lang="de-DE" b="1" cap="none" dirty="0"/>
              <a:t>Y-Achse</a:t>
            </a:r>
            <a:r>
              <a:rPr lang="de-DE" cap="none" dirty="0"/>
              <a:t> (Ordinate) zeigt abhängige Variable, schon berechnete Werte wie Temperatur, Umsatz, Anzahl verschiedener Aktivitäten</a:t>
            </a:r>
          </a:p>
          <a:p>
            <a:endParaRPr lang="de-DE" cap="none" dirty="0"/>
          </a:p>
          <a:p>
            <a:endParaRPr lang="de-DE" cap="non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D4C122B-3F96-04E7-BE86-8B74EE44A9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9006127"/>
              </p:ext>
            </p:extLst>
          </p:nvPr>
        </p:nvGraphicFramePr>
        <p:xfrm>
          <a:off x="482600" y="1003300"/>
          <a:ext cx="5613400" cy="3445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9619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750D-279F-BC1B-CFB0-84CD2A92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16E01-9D5A-EE0D-05E7-C1F8091A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Streudiagramm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D8D2F-76A0-CF34-75EA-660D197A7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3810000"/>
            <a:ext cx="4306824" cy="4864100"/>
          </a:xfrm>
        </p:spPr>
        <p:txBody>
          <a:bodyPr>
            <a:normAutofit lnSpcReduction="10000"/>
          </a:bodyPr>
          <a:lstStyle/>
          <a:p>
            <a:r>
              <a:rPr lang="de-DE" b="1" cap="none" dirty="0"/>
              <a:t>In der Statistik</a:t>
            </a:r>
            <a:r>
              <a:rPr lang="de-DE" cap="none" dirty="0"/>
              <a:t>  wird oft angewendet und zeigt verschiedene </a:t>
            </a:r>
            <a:r>
              <a:rPr lang="de-DE" b="1" cap="none" dirty="0"/>
              <a:t>Korrelationen</a:t>
            </a:r>
            <a:r>
              <a:rPr lang="de-DE" cap="none" dirty="0"/>
              <a:t>, (positiv oder negativ): Wenn X steigt, dann verändert sich auch Y, so wie Abhängigkeit zwischen Produktion und Verkauf</a:t>
            </a:r>
          </a:p>
          <a:p>
            <a:r>
              <a:rPr lang="de-DE" b="1" cap="none" dirty="0"/>
              <a:t>Besonderheiten</a:t>
            </a:r>
            <a:r>
              <a:rPr lang="de-DE" cap="none" dirty="0"/>
              <a:t>: bilden Ausreißer, die weit Weg von der Masse liegen</a:t>
            </a:r>
          </a:p>
          <a:p>
            <a:r>
              <a:rPr lang="de-DE" cap="none" dirty="0"/>
              <a:t>Man erkennt sehr gut </a:t>
            </a:r>
            <a:r>
              <a:rPr lang="de-DE" b="1" cap="none" dirty="0"/>
              <a:t>verschiedene Gruppen </a:t>
            </a:r>
            <a:r>
              <a:rPr lang="de-DE" cap="none" dirty="0"/>
              <a:t>(Cluster), die sich ähnlich verhalten</a:t>
            </a:r>
          </a:p>
          <a:p>
            <a:r>
              <a:rPr lang="de-DE" b="1" cap="none" dirty="0"/>
              <a:t>Trendlinie</a:t>
            </a:r>
            <a:r>
              <a:rPr lang="de-DE" cap="none" dirty="0"/>
              <a:t> gut beobachtbar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470E9E9-D8E2-A0C3-6493-18AFB88771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205837"/>
              </p:ext>
            </p:extLst>
          </p:nvPr>
        </p:nvGraphicFramePr>
        <p:xfrm>
          <a:off x="419100" y="1003300"/>
          <a:ext cx="6096000" cy="3534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2378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EC92-CFD1-D45D-0B6E-6C801D0B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Kreisdiagramm oder Kuchendiagramm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F14DF-1338-0576-7D73-983A96ECB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6266180"/>
          </a:xfrm>
        </p:spPr>
        <p:txBody>
          <a:bodyPr/>
          <a:lstStyle/>
          <a:p>
            <a:r>
              <a:rPr lang="de-DE" cap="none" dirty="0"/>
              <a:t>geeignet für maximal 6-7 Kategorien</a:t>
            </a:r>
          </a:p>
          <a:p>
            <a:r>
              <a:rPr lang="de-DE" cap="none" dirty="0"/>
              <a:t>entspricht immer 100%</a:t>
            </a:r>
          </a:p>
          <a:p>
            <a:r>
              <a:rPr lang="de-DE" cap="none" dirty="0"/>
              <a:t>jedes Tortenstück stellt eine Kategorie dar</a:t>
            </a:r>
          </a:p>
          <a:p>
            <a:r>
              <a:rPr lang="de-DE" cap="none" dirty="0"/>
              <a:t>zeigt keine Entwicklung</a:t>
            </a:r>
          </a:p>
          <a:p>
            <a:r>
              <a:rPr lang="de-DE" cap="none" dirty="0"/>
              <a:t>verdeutlicht nur einen bestimmten Moment</a:t>
            </a:r>
          </a:p>
          <a:p>
            <a:endParaRPr lang="de-DE" cap="none" dirty="0"/>
          </a:p>
          <a:p>
            <a:endParaRPr lang="de-DE" cap="non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5B139F2-A01A-874F-E75E-579F060F6B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6630320"/>
              </p:ext>
            </p:extLst>
          </p:nvPr>
        </p:nvGraphicFramePr>
        <p:xfrm>
          <a:off x="1473200" y="787400"/>
          <a:ext cx="4064000" cy="405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2102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496" y="841693"/>
            <a:ext cx="5029200" cy="2331720"/>
          </a:xfrm>
          <a:noFill/>
        </p:spPr>
        <p:txBody>
          <a:bodyPr rtlCol="0" anchor="t" anchorCtr="0"/>
          <a:lstStyle/>
          <a:p>
            <a:pPr rtl="0"/>
            <a:r>
              <a:rPr lang="de" sz="2400" dirty="0"/>
              <a:t> </a:t>
            </a:r>
            <a:r>
              <a:rPr lang="de" sz="2000" b="1" dirty="0"/>
              <a:t>5m-Methode</a:t>
            </a:r>
            <a:r>
              <a:rPr lang="de" sz="2000" dirty="0"/>
              <a:t>:</a:t>
            </a:r>
            <a:br>
              <a:rPr lang="de" sz="2000" dirty="0"/>
            </a:br>
            <a:br>
              <a:rPr lang="de" sz="2000" dirty="0"/>
            </a:br>
            <a:r>
              <a:rPr lang="de" sz="2000" b="1" dirty="0"/>
              <a:t>Ishikawa-Diagramm</a:t>
            </a:r>
            <a:r>
              <a:rPr lang="de" sz="2000" dirty="0"/>
              <a:t> </a:t>
            </a:r>
            <a:r>
              <a:rPr lang="de" sz="1200" dirty="0"/>
              <a:t>oder</a:t>
            </a:r>
            <a:r>
              <a:rPr lang="de" sz="2000" dirty="0"/>
              <a:t> Fischgräten (fishbone)</a:t>
            </a:r>
            <a:br>
              <a:rPr lang="de" sz="2000" dirty="0"/>
            </a:br>
            <a:r>
              <a:rPr lang="de" sz="1600" dirty="0"/>
              <a:t>zeigt  Entwicklung</a:t>
            </a:r>
            <a:br>
              <a:rPr lang="de" sz="1600" dirty="0"/>
            </a:br>
            <a:br>
              <a:rPr lang="de" sz="1600" dirty="0"/>
            </a:br>
            <a:r>
              <a:rPr lang="de" sz="1600" dirty="0"/>
              <a:t>in der Periode</a:t>
            </a:r>
            <a:br>
              <a:rPr lang="de" sz="1600" dirty="0"/>
            </a:br>
            <a:r>
              <a:rPr lang="de" sz="1600" dirty="0"/>
              <a:t>im Quartal</a:t>
            </a:r>
            <a:br>
              <a:rPr lang="de" sz="1600" dirty="0"/>
            </a:br>
            <a:r>
              <a:rPr lang="de" sz="1600" dirty="0"/>
              <a:t>im jahr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975" y="740441"/>
            <a:ext cx="4572000" cy="1828800"/>
          </a:xfrm>
          <a:noFill/>
        </p:spPr>
        <p:txBody>
          <a:bodyPr rtlCol="0">
            <a:noAutofit/>
          </a:bodyPr>
          <a:lstStyle/>
          <a:p>
            <a:pPr rtl="0"/>
            <a:r>
              <a:rPr lang="de-DE" b="1" dirty="0"/>
              <a:t>i</a:t>
            </a:r>
            <a:r>
              <a:rPr lang="de" b="1" dirty="0"/>
              <a:t>m Qualitätsmanagement</a:t>
            </a:r>
            <a:r>
              <a:rPr lang="de" dirty="0"/>
              <a:t> bekannt</a:t>
            </a:r>
          </a:p>
          <a:p>
            <a:pPr rtl="0"/>
            <a:r>
              <a:rPr lang="de-DE" dirty="0"/>
              <a:t>e</a:t>
            </a:r>
            <a:r>
              <a:rPr lang="de" dirty="0"/>
              <a:t>rfasst </a:t>
            </a:r>
            <a:r>
              <a:rPr lang="de" b="1" dirty="0"/>
              <a:t>Analyse</a:t>
            </a:r>
            <a:r>
              <a:rPr lang="de" dirty="0"/>
              <a:t> von bestimmten </a:t>
            </a:r>
            <a:r>
              <a:rPr lang="de" b="1" dirty="0"/>
              <a:t>Ereignissen, Problemen, </a:t>
            </a:r>
            <a:r>
              <a:rPr lang="de" dirty="0"/>
              <a:t>findet </a:t>
            </a:r>
            <a:r>
              <a:rPr lang="de" b="1" dirty="0"/>
              <a:t>Ursache </a:t>
            </a:r>
            <a:r>
              <a:rPr lang="de" dirty="0"/>
              <a:t>und präsentiert </a:t>
            </a:r>
            <a:r>
              <a:rPr lang="de" b="1" dirty="0"/>
              <a:t>Lösung</a:t>
            </a:r>
            <a:endParaRPr lang="de" dirty="0"/>
          </a:p>
          <a:p>
            <a:pPr rtl="0"/>
            <a:r>
              <a:rPr lang="de" b="1" dirty="0"/>
              <a:t>Untersucht oft 5 Kategorien </a:t>
            </a:r>
            <a:r>
              <a:rPr lang="de" dirty="0"/>
              <a:t>und Wirkung: Mensch, Maschine, Material, Tethode, Umwelt</a:t>
            </a:r>
          </a:p>
          <a:p>
            <a:pPr rtl="0"/>
            <a:endParaRPr lang="de" dirty="0"/>
          </a:p>
        </p:txBody>
      </p:sp>
      <p:graphicFrame>
        <p:nvGraphicFramePr>
          <p:cNvPr id="5" name="Inhaltsplatzhalter 4" descr="SmartArt-Grafik der einfachen Zeitachse">
            <a:extLst>
              <a:ext uri="{FF2B5EF4-FFF2-40B4-BE49-F238E27FC236}">
                <a16:creationId xmlns:a16="http://schemas.microsoft.com/office/drawing/2014/main" id="{2DA25F38-CDC8-7982-99AE-8D5A8ECABC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16270061"/>
              </p:ext>
            </p:extLst>
          </p:nvPr>
        </p:nvGraphicFramePr>
        <p:xfrm>
          <a:off x="1279525" y="3402013"/>
          <a:ext cx="10077450" cy="310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576782"/>
            <a:ext cx="9821955" cy="1280160"/>
          </a:xfrm>
          <a:noFill/>
        </p:spPr>
        <p:txBody>
          <a:bodyPr rtlCol="0" anchor="t" anchorCtr="0"/>
          <a:lstStyle/>
          <a:p>
            <a:pPr rtl="0"/>
            <a:r>
              <a:rPr lang="de" dirty="0"/>
              <a:t>Verglechsanalyse:  </a:t>
            </a:r>
            <a:br>
              <a:rPr lang="de" dirty="0"/>
            </a:br>
            <a:br>
              <a:rPr lang="de" dirty="0"/>
            </a:br>
            <a:r>
              <a:rPr lang="de" dirty="0"/>
              <a:t>Informationen vergleichen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3590692"/>
            <a:ext cx="4663440" cy="1193181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rtl="0"/>
            <a:r>
              <a:rPr lang="de" dirty="0"/>
              <a:t>Welche </a:t>
            </a:r>
            <a:r>
              <a:rPr lang="de" b="1" dirty="0"/>
              <a:t>Vorteile</a:t>
            </a:r>
            <a:r>
              <a:rPr lang="de" dirty="0"/>
              <a:t> gibt es? – Warum?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3590692"/>
            <a:ext cx="4663440" cy="1193181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 rtl="0">
              <a:buNone/>
            </a:pPr>
            <a:r>
              <a:rPr lang="de" dirty="0"/>
              <a:t>Welche </a:t>
            </a:r>
            <a:r>
              <a:rPr lang="de" b="1" dirty="0"/>
              <a:t>Nachteile</a:t>
            </a:r>
            <a:r>
              <a:rPr lang="de" dirty="0"/>
              <a:t> gibt es? – Warum?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rtlCol="0" anchor="t" anchorCtr="0">
            <a:normAutofit/>
          </a:bodyPr>
          <a:lstStyle/>
          <a:p>
            <a:pPr rtl="0"/>
            <a:r>
              <a:rPr lang="de" dirty="0"/>
              <a:t>Wo finde ich Informationen? –</a:t>
            </a:r>
            <a:br>
              <a:rPr lang="de" dirty="0"/>
            </a:br>
            <a:br>
              <a:rPr lang="de" dirty="0"/>
            </a:br>
            <a:r>
              <a:rPr lang="de" dirty="0"/>
              <a:t>Statistik hilft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</p:spPr>
        <p:txBody>
          <a:bodyPr vert="horz" lIns="91440" tIns="45720" rIns="91440" bIns="45720" rtlCol="0">
            <a:normAutofit/>
          </a:bodyPr>
          <a:lstStyle/>
          <a:p>
            <a:pPr rtl="0"/>
            <a:r>
              <a:rPr lang="de-DE" dirty="0"/>
              <a:t>Z</a:t>
            </a:r>
            <a:r>
              <a:rPr lang="de" dirty="0"/>
              <a:t>ahlen suchen, finden, analysieren:</a:t>
            </a:r>
          </a:p>
          <a:p>
            <a:pPr rtl="0"/>
            <a:r>
              <a:rPr lang="de-DE" sz="1800" b="1" dirty="0"/>
              <a:t>S</a:t>
            </a:r>
            <a:r>
              <a:rPr lang="de" sz="1800" b="1" dirty="0"/>
              <a:t>tatista.de</a:t>
            </a:r>
            <a:endParaRPr lang="de" b="1" dirty="0"/>
          </a:p>
          <a:p>
            <a:pPr rtl="0"/>
            <a:r>
              <a:rPr lang="de-DE" sz="1800" dirty="0"/>
              <a:t>Aktuelle</a:t>
            </a:r>
            <a:r>
              <a:rPr lang="de-DE" sz="1800" b="1" dirty="0"/>
              <a:t> W</a:t>
            </a:r>
            <a:r>
              <a:rPr lang="de" sz="1800" b="1" dirty="0"/>
              <a:t>ebseiten im Internet</a:t>
            </a:r>
          </a:p>
        </p:txBody>
      </p:sp>
      <p:graphicFrame>
        <p:nvGraphicFramePr>
          <p:cNvPr id="3" name="Tabellenplatzhalter 2">
            <a:extLst>
              <a:ext uri="{FF2B5EF4-FFF2-40B4-BE49-F238E27FC236}">
                <a16:creationId xmlns:a16="http://schemas.microsoft.com/office/drawing/2014/main" id="{B20B0B18-4396-F037-6C24-F75EAFC0EC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4742720"/>
              </p:ext>
            </p:extLst>
          </p:nvPr>
        </p:nvGraphicFramePr>
        <p:xfrm>
          <a:off x="6716735" y="2647300"/>
          <a:ext cx="4039152" cy="182880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912883">
                  <a:extLst>
                    <a:ext uri="{9D8B030D-6E8A-4147-A177-3AD203B41FA5}">
                      <a16:colId xmlns:a16="http://schemas.microsoft.com/office/drawing/2014/main" val="4076170109"/>
                    </a:ext>
                  </a:extLst>
                </a:gridCol>
                <a:gridCol w="1126269">
                  <a:extLst>
                    <a:ext uri="{9D8B030D-6E8A-4147-A177-3AD203B41FA5}">
                      <a16:colId xmlns:a16="http://schemas.microsoft.com/office/drawing/2014/main" val="1858434544"/>
                    </a:ext>
                  </a:extLst>
                </a:gridCol>
              </a:tblGrid>
              <a:tr h="429371">
                <a:tc>
                  <a:txBody>
                    <a:bodyPr/>
                    <a:lstStyle/>
                    <a:p>
                      <a:pPr algn="ctr" rtl="0"/>
                      <a:r>
                        <a:rPr lang="de" sz="2100" dirty="0"/>
                        <a:t>Meilenstein</a:t>
                      </a:r>
                    </a:p>
                  </a:txBody>
                  <a:tcPr marL="79513" marR="79513" marT="39757" marB="3975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sz="2100"/>
                        <a:t>Quartal</a:t>
                      </a:r>
                    </a:p>
                  </a:txBody>
                  <a:tcPr marL="79513" marR="79513" marT="39757" marB="39757" anchor="ctr"/>
                </a:tc>
                <a:extLst>
                  <a:ext uri="{0D108BD9-81ED-4DB2-BD59-A6C34878D82A}">
                    <a16:rowId xmlns:a16="http://schemas.microsoft.com/office/drawing/2014/main" val="1527639249"/>
                  </a:ext>
                </a:extLst>
              </a:tr>
              <a:tr h="349858">
                <a:tc>
                  <a:txBody>
                    <a:bodyPr/>
                    <a:lstStyle/>
                    <a:p>
                      <a:pPr algn="ctr" rtl="0"/>
                      <a:r>
                        <a:rPr lang="de" sz="1600"/>
                        <a:t>Produkteinführung</a:t>
                      </a:r>
                    </a:p>
                  </a:txBody>
                  <a:tcPr marL="79513" marR="79513" marT="39757" marB="3975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sz="1600"/>
                        <a:t>Q1</a:t>
                      </a:r>
                    </a:p>
                  </a:txBody>
                  <a:tcPr marL="79513" marR="79513" marT="39757" marB="39757" anchor="ctr"/>
                </a:tc>
                <a:extLst>
                  <a:ext uri="{0D108BD9-81ED-4DB2-BD59-A6C34878D82A}">
                    <a16:rowId xmlns:a16="http://schemas.microsoft.com/office/drawing/2014/main" val="3418955261"/>
                  </a:ext>
                </a:extLst>
              </a:tr>
              <a:tr h="349858">
                <a:tc>
                  <a:txBody>
                    <a:bodyPr/>
                    <a:lstStyle/>
                    <a:p>
                      <a:pPr algn="ctr" rtl="0"/>
                      <a:r>
                        <a:rPr lang="de" sz="1600"/>
                        <a:t>Meilenstein: 10.000 Benutzer</a:t>
                      </a:r>
                    </a:p>
                  </a:txBody>
                  <a:tcPr marL="79513" marR="79513" marT="39757" marB="3975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sz="1600"/>
                        <a:t>Q2</a:t>
                      </a:r>
                    </a:p>
                  </a:txBody>
                  <a:tcPr marL="79513" marR="79513" marT="39757" marB="39757" anchor="ctr"/>
                </a:tc>
                <a:extLst>
                  <a:ext uri="{0D108BD9-81ED-4DB2-BD59-A6C34878D82A}">
                    <a16:rowId xmlns:a16="http://schemas.microsoft.com/office/drawing/2014/main" val="1518902757"/>
                  </a:ext>
                </a:extLst>
              </a:tr>
              <a:tr h="349858">
                <a:tc>
                  <a:txBody>
                    <a:bodyPr/>
                    <a:lstStyle/>
                    <a:p>
                      <a:pPr algn="ctr" rtl="0"/>
                      <a:r>
                        <a:rPr lang="de" sz="1600"/>
                        <a:t>Strategische Partnerschaft</a:t>
                      </a:r>
                    </a:p>
                  </a:txBody>
                  <a:tcPr marL="79513" marR="79513" marT="39757" marB="3975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sz="1600"/>
                        <a:t>Q3</a:t>
                      </a:r>
                    </a:p>
                  </a:txBody>
                  <a:tcPr marL="79513" marR="79513" marT="39757" marB="39757" anchor="ctr"/>
                </a:tc>
                <a:extLst>
                  <a:ext uri="{0D108BD9-81ED-4DB2-BD59-A6C34878D82A}">
                    <a16:rowId xmlns:a16="http://schemas.microsoft.com/office/drawing/2014/main" val="2854133869"/>
                  </a:ext>
                </a:extLst>
              </a:tr>
              <a:tr h="349858"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de" sz="1600"/>
                        <a:t>Kampagnenstart</a:t>
                      </a:r>
                    </a:p>
                  </a:txBody>
                  <a:tcPr marL="79513" marR="79513" marT="39757" marB="3975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sz="1600" dirty="0"/>
                        <a:t>Q4</a:t>
                      </a:r>
                    </a:p>
                  </a:txBody>
                  <a:tcPr marL="79513" marR="79513" marT="39757" marB="39757" anchor="ctr"/>
                </a:tc>
                <a:extLst>
                  <a:ext uri="{0D108BD9-81ED-4DB2-BD59-A6C34878D82A}">
                    <a16:rowId xmlns:a16="http://schemas.microsoft.com/office/drawing/2014/main" val="1780349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1043754"/>
          </a:xfrm>
          <a:noFill/>
        </p:spPr>
        <p:txBody>
          <a:bodyPr rtlCol="0" anchor="t" anchorCtr="0"/>
          <a:lstStyle/>
          <a:p>
            <a:pPr rtl="0"/>
            <a:r>
              <a:rPr lang="de" sz="2800" dirty="0"/>
              <a:t>Wie präsentiere ich zahlen?</a:t>
            </a:r>
            <a:br>
              <a:rPr lang="de" sz="2800" dirty="0"/>
            </a:br>
            <a:br>
              <a:rPr lang="de" sz="2800" dirty="0"/>
            </a:br>
            <a:r>
              <a:rPr lang="de" sz="1600" dirty="0"/>
              <a:t>Zahlen und Finanzen erfassen in tabellarischer Form</a:t>
            </a:r>
          </a:p>
        </p:txBody>
      </p:sp>
      <p:graphicFrame>
        <p:nvGraphicFramePr>
          <p:cNvPr id="4" name="Tabellenplatzhalter 3">
            <a:extLst>
              <a:ext uri="{FF2B5EF4-FFF2-40B4-BE49-F238E27FC236}">
                <a16:creationId xmlns:a16="http://schemas.microsoft.com/office/drawing/2014/main" id="{3D656E99-B779-DE99-D5CB-E0B0F8C3584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94512839"/>
              </p:ext>
            </p:extLst>
          </p:nvPr>
        </p:nvGraphicFramePr>
        <p:xfrm>
          <a:off x="1279525" y="2378075"/>
          <a:ext cx="9620248" cy="3429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05062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de" sz="2400"/>
                        <a:t>Quartal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sz="2400"/>
                        <a:t>Umsatz (€)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sz="2400"/>
                        <a:t>Ausgaben (€)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sz="2400"/>
                        <a:t>Nettogewinn (€)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dirty="0"/>
                        <a:t>200.000 €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150.000 €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50.000 €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300.000 €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200.000 €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100.000 €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400.000 €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250.000 €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150.000 €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300.000 €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/>
                        <a:t>200.000 €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" dirty="0"/>
                        <a:t>100 000 USD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rtlCol="0" anchor="t" anchorCtr="0"/>
          <a:lstStyle/>
          <a:p>
            <a:pPr rtl="0"/>
            <a:r>
              <a:rPr lang="de-DE" dirty="0"/>
              <a:t>Wortschatz dazu:</a:t>
            </a:r>
            <a:endParaRPr lang="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100" y="1651000"/>
            <a:ext cx="5778500" cy="500380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fontScale="85000" lnSpcReduction="10000"/>
          </a:bodyPr>
          <a:lstStyle/>
          <a:p>
            <a:pPr rtl="0"/>
            <a:r>
              <a:rPr lang="de-DE" dirty="0"/>
              <a:t>Der Titel der Grafik/Tabelle lautet/ In der Grafik geht es um das Thema/ Die Grafik mit dem Titel „..““gibt uns Auskunft über </a:t>
            </a:r>
          </a:p>
          <a:p>
            <a:pPr rtl="0"/>
            <a:r>
              <a:rPr lang="de-DE" dirty="0"/>
              <a:t>D</a:t>
            </a:r>
            <a:r>
              <a:rPr lang="de" dirty="0"/>
              <a:t>as Diagramm beschreibt den prozentualen Anteil von ..</a:t>
            </a:r>
          </a:p>
          <a:p>
            <a:pPr rtl="0"/>
            <a:r>
              <a:rPr lang="de-DE" dirty="0"/>
              <a:t>D</a:t>
            </a:r>
            <a:r>
              <a:rPr lang="de" dirty="0"/>
              <a:t>er Balken/Die Säule bedeutet…</a:t>
            </a:r>
          </a:p>
          <a:p>
            <a:pPr rtl="0"/>
            <a:r>
              <a:rPr lang="de-DE" dirty="0"/>
              <a:t>D</a:t>
            </a:r>
            <a:r>
              <a:rPr lang="de" dirty="0"/>
              <a:t>er Wert steigt/sinkt, da/weil die Entwicklung positiv/negativ ist.</a:t>
            </a:r>
          </a:p>
          <a:p>
            <a:pPr rtl="0"/>
            <a:r>
              <a:rPr lang="de-DE" dirty="0"/>
              <a:t>D</a:t>
            </a:r>
            <a:r>
              <a:rPr lang="de" dirty="0"/>
              <a:t>ie prozentuale Darstellung der Daten führt zur Regression/Progression</a:t>
            </a:r>
          </a:p>
          <a:p>
            <a:pPr rtl="0"/>
            <a:r>
              <a:rPr lang="de-DE" dirty="0"/>
              <a:t>P</a:t>
            </a:r>
            <a:r>
              <a:rPr lang="de" dirty="0"/>
              <a:t>rozentuelles Kreisdiagramm stellt hier folgende Analyse dar: …</a:t>
            </a:r>
          </a:p>
          <a:p>
            <a:pPr rtl="0"/>
            <a:r>
              <a:rPr lang="de-DE" dirty="0"/>
              <a:t>A</a:t>
            </a:r>
            <a:r>
              <a:rPr lang="de" dirty="0"/>
              <a:t>nzeigen von Prozentwerten im Kreisdiagramm hilft uns die Darstellung der Daten zu analysieren</a:t>
            </a:r>
          </a:p>
          <a:p>
            <a:pPr rtl="0"/>
            <a:r>
              <a:rPr lang="de" dirty="0"/>
              <a:t>Besonders auffällig ist der Anstieg/Rückgang in der Periode/im Monat/im Jahr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651000"/>
            <a:ext cx="5717540" cy="500380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fontScale="85000" lnSpcReduction="10000"/>
          </a:bodyPr>
          <a:lstStyle/>
          <a:p>
            <a:pPr rtl="0"/>
            <a:r>
              <a:rPr lang="de" cap="none" dirty="0"/>
              <a:t>Auf der Grafik sieht man/Die Grafik zeigt, dass die Werte gestiegen/gesunken sind.</a:t>
            </a:r>
          </a:p>
          <a:p>
            <a:pPr rtl="0"/>
            <a:r>
              <a:rPr lang="de" cap="none" dirty="0"/>
              <a:t>Robuste Wachstumsstrategie </a:t>
            </a:r>
          </a:p>
          <a:p>
            <a:pPr rtl="0"/>
            <a:r>
              <a:rPr lang="de" cap="none" dirty="0"/>
              <a:t>Innovative Produktentwicklung</a:t>
            </a:r>
          </a:p>
          <a:p>
            <a:pPr rtl="0"/>
            <a:r>
              <a:rPr lang="de" cap="none" dirty="0"/>
              <a:t>Fokus auf Kundenzufriedenheit</a:t>
            </a:r>
          </a:p>
          <a:p>
            <a:pPr rtl="0"/>
            <a:r>
              <a:rPr lang="de-DE" cap="none" dirty="0"/>
              <a:t>P</a:t>
            </a:r>
            <a:r>
              <a:rPr lang="de" cap="none" dirty="0"/>
              <a:t>ositive/negative Entwicklung der Branche</a:t>
            </a:r>
          </a:p>
          <a:p>
            <a:pPr rtl="0"/>
            <a:r>
              <a:rPr lang="de-DE" cap="none" dirty="0"/>
              <a:t>I</a:t>
            </a:r>
            <a:r>
              <a:rPr lang="de" cap="none" dirty="0"/>
              <a:t>m Vergleich/Im Gegensatz/ zu Monat/Periode/Jahr</a:t>
            </a:r>
          </a:p>
          <a:p>
            <a:pPr rtl="0"/>
            <a:r>
              <a:rPr lang="de" cap="none" dirty="0"/>
              <a:t>Der Anteil ist gestiegen/gefallen, weil/da …</a:t>
            </a:r>
          </a:p>
          <a:p>
            <a:pPr rtl="0"/>
            <a:r>
              <a:rPr lang="de" cap="none" dirty="0"/>
              <a:t>Ein deutlicher Anstieg/Rückgang wird (nicht) beobachtet/ist nicht beobachtbar</a:t>
            </a:r>
          </a:p>
          <a:p>
            <a:pPr rtl="0"/>
            <a:r>
              <a:rPr lang="de-DE" cap="none" dirty="0"/>
              <a:t>Z</a:t>
            </a:r>
            <a:r>
              <a:rPr lang="de" cap="none" dirty="0"/>
              <a:t>usammenfassend lässt sich feststellen, dass die Bedeutung (Thema) kontinuierlich zugenommen/abgenommen hat.</a:t>
            </a:r>
          </a:p>
          <a:p>
            <a:pPr rtl="0"/>
            <a:endParaRPr lang="de" cap="none" dirty="0"/>
          </a:p>
          <a:p>
            <a:pPr rtl="0"/>
            <a:endParaRPr lang="de" cap="none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{ED1EA3B0-4912-4521-9F87-76E5D94F73A6}TF51de1e5f-e0e8-4dd0-99f3-5b7584f7abdca4504510_win32-d5e86b0312a3</Template>
  <TotalTime>0</TotalTime>
  <Words>755</Words>
  <Application>Microsoft Office PowerPoint</Application>
  <PresentationFormat>Widescreen</PresentationFormat>
  <Paragraphs>146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Daytona Condensed Light</vt:lpstr>
      <vt:lpstr>Posterama</vt:lpstr>
      <vt:lpstr>Benutzerdefinierte</vt:lpstr>
      <vt:lpstr>Wissenschaftliche Entdeckung von Diagrammen grafiken und tabellen</vt:lpstr>
      <vt:lpstr>Welche Grafiken tabellen  Diagramme sind wichtig?</vt:lpstr>
      <vt:lpstr>Plan</vt:lpstr>
      <vt:lpstr>diagrammenübersicht</vt:lpstr>
      <vt:lpstr>Beschreibung:  Was gehört dazu?</vt:lpstr>
      <vt:lpstr>Balkendiagramm</vt:lpstr>
      <vt:lpstr>Säulendiagramm</vt:lpstr>
      <vt:lpstr>Kurvendiagramm</vt:lpstr>
      <vt:lpstr>Streudiagramm</vt:lpstr>
      <vt:lpstr>Kreisdiagramm oder Kuchendiagramm</vt:lpstr>
      <vt:lpstr> 5m-Methode:  Ishikawa-Diagramm oder Fischgräten (fishbone) zeigt  Entwicklung  in der Periode im Quartal im jahr</vt:lpstr>
      <vt:lpstr>Verglechsanalyse:    Informationen vergleichen</vt:lpstr>
      <vt:lpstr>Wo finde ich Informationen? –  Statistik hilft</vt:lpstr>
      <vt:lpstr>Wie präsentiere ich zahlen?  Zahlen und Finanzen erfassen in tabellarischer Form</vt:lpstr>
      <vt:lpstr>Wortschatz dazu: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Milla Englert</dc:creator>
  <cp:lastModifiedBy>Milla Englert</cp:lastModifiedBy>
  <cp:revision>1</cp:revision>
  <dcterms:created xsi:type="dcterms:W3CDTF">2026-03-30T11:06:18Z</dcterms:created>
  <dcterms:modified xsi:type="dcterms:W3CDTF">2026-03-31T10:04:26Z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